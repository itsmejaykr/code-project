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1" r:id="rId6"/>
    <p:sldId id="262" r:id="rId7"/>
    <p:sldId id="263" r:id="rId8"/>
    <p:sldId id="264" r:id="rId9"/>
    <p:sldId id="265" r:id="rId10"/>
    <p:sldId id="268" r:id="rId11"/>
    <p:sldId id="269" r:id="rId12"/>
    <p:sldId id="270" r:id="rId13"/>
    <p:sldId id="276" r:id="rId14"/>
    <p:sldId id="272" r:id="rId15"/>
    <p:sldId id="277" r:id="rId16"/>
    <p:sldId id="273" r:id="rId17"/>
    <p:sldId id="274"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0" d="100"/>
          <a:sy n="100" d="100"/>
        </p:scale>
        <p:origin x="96"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0E23EA-CE10-41BE-9794-4E23EC624753}"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7017C795-0156-43D6-83E1-FA330CB01207}">
      <dgm:prSet/>
      <dgm:spPr/>
      <dgm:t>
        <a:bodyPr/>
        <a:lstStyle/>
        <a:p>
          <a:r>
            <a:rPr lang="en-US"/>
            <a:t>1)Web Scrapping to collect the data  </a:t>
          </a:r>
        </a:p>
      </dgm:t>
    </dgm:pt>
    <dgm:pt modelId="{AA034864-9089-4333-9ECE-790A2C77797F}" type="parTrans" cxnId="{B16078C4-BC6C-4261-9A7F-26A596AFF380}">
      <dgm:prSet/>
      <dgm:spPr/>
      <dgm:t>
        <a:bodyPr/>
        <a:lstStyle/>
        <a:p>
          <a:endParaRPr lang="en-US"/>
        </a:p>
      </dgm:t>
    </dgm:pt>
    <dgm:pt modelId="{4259A563-3460-42E6-941F-DE708A6F5212}" type="sibTrans" cxnId="{B16078C4-BC6C-4261-9A7F-26A596AFF380}">
      <dgm:prSet/>
      <dgm:spPr/>
      <dgm:t>
        <a:bodyPr/>
        <a:lstStyle/>
        <a:p>
          <a:endParaRPr lang="en-US"/>
        </a:p>
      </dgm:t>
    </dgm:pt>
    <dgm:pt modelId="{E38EEFC5-C7A6-42E5-932B-D6F9A3EFE9E6}">
      <dgm:prSet/>
      <dgm:spPr/>
      <dgm:t>
        <a:bodyPr/>
        <a:lstStyle/>
        <a:p>
          <a:r>
            <a:rPr lang="en-US"/>
            <a:t>2. Data Cleaning and Manipulation </a:t>
          </a:r>
        </a:p>
      </dgm:t>
    </dgm:pt>
    <dgm:pt modelId="{497C6E78-C557-4785-8C82-74E8794C74BA}" type="parTrans" cxnId="{D9D10673-AA50-40E3-AD00-3E58DB45EC9A}">
      <dgm:prSet/>
      <dgm:spPr/>
      <dgm:t>
        <a:bodyPr/>
        <a:lstStyle/>
        <a:p>
          <a:endParaRPr lang="en-US"/>
        </a:p>
      </dgm:t>
    </dgm:pt>
    <dgm:pt modelId="{CCC6866C-1C8B-49AE-8AFC-D9997A6A85C6}" type="sibTrans" cxnId="{D9D10673-AA50-40E3-AD00-3E58DB45EC9A}">
      <dgm:prSet/>
      <dgm:spPr/>
      <dgm:t>
        <a:bodyPr/>
        <a:lstStyle/>
        <a:p>
          <a:endParaRPr lang="en-US"/>
        </a:p>
      </dgm:t>
    </dgm:pt>
    <dgm:pt modelId="{FCB13479-2ADA-4FB2-8F01-233E6A1257CF}">
      <dgm:prSet/>
      <dgm:spPr/>
      <dgm:t>
        <a:bodyPr/>
        <a:lstStyle/>
        <a:p>
          <a:r>
            <a:rPr lang="en-US"/>
            <a:t>3. Visualization and Analysis on various factors like Fees, Location, Reviews, Courses, and Ratings to address key educational trends and student preferences.</a:t>
          </a:r>
        </a:p>
      </dgm:t>
    </dgm:pt>
    <dgm:pt modelId="{C25F6855-1EEE-4091-B9BE-9A95E1926BFA}" type="parTrans" cxnId="{A64DFA16-5561-4CB6-A658-69DAF25C9CD9}">
      <dgm:prSet/>
      <dgm:spPr/>
      <dgm:t>
        <a:bodyPr/>
        <a:lstStyle/>
        <a:p>
          <a:endParaRPr lang="en-US"/>
        </a:p>
      </dgm:t>
    </dgm:pt>
    <dgm:pt modelId="{E8E61BF9-68DD-48C1-9270-3BAA7A8ADB83}" type="sibTrans" cxnId="{A64DFA16-5561-4CB6-A658-69DAF25C9CD9}">
      <dgm:prSet/>
      <dgm:spPr/>
      <dgm:t>
        <a:bodyPr/>
        <a:lstStyle/>
        <a:p>
          <a:endParaRPr lang="en-US"/>
        </a:p>
      </dgm:t>
    </dgm:pt>
    <dgm:pt modelId="{2E0BB6A9-5C96-45A7-8890-E001A73E2233}">
      <dgm:prSet/>
      <dgm:spPr/>
      <dgm:t>
        <a:bodyPr/>
        <a:lstStyle/>
        <a:p>
          <a:r>
            <a:rPr lang="en-US"/>
            <a:t>An in-depth exploration of web scraping and data visualization using Python on the "GetMyUni" website, focusing on retrieving data from colleges across India. This project highlights the power of extracting, analyzing, and visualizing data to provide actionable insights into the Indian higher education landscape.</a:t>
          </a:r>
        </a:p>
      </dgm:t>
    </dgm:pt>
    <dgm:pt modelId="{8C7E424A-8FA9-4198-B287-11A82932FC1C}" type="parTrans" cxnId="{FFCBC094-02DB-402B-B2F5-C217C0EC0F00}">
      <dgm:prSet/>
      <dgm:spPr/>
      <dgm:t>
        <a:bodyPr/>
        <a:lstStyle/>
        <a:p>
          <a:endParaRPr lang="en-US"/>
        </a:p>
      </dgm:t>
    </dgm:pt>
    <dgm:pt modelId="{A3648C0E-99A5-4D59-82BC-0CC74BAD078C}" type="sibTrans" cxnId="{FFCBC094-02DB-402B-B2F5-C217C0EC0F00}">
      <dgm:prSet/>
      <dgm:spPr/>
      <dgm:t>
        <a:bodyPr/>
        <a:lstStyle/>
        <a:p>
          <a:endParaRPr lang="en-US"/>
        </a:p>
      </dgm:t>
    </dgm:pt>
    <dgm:pt modelId="{411471F0-EC79-4393-8BD2-198CC720227B}" type="pres">
      <dgm:prSet presAssocID="{B00E23EA-CE10-41BE-9794-4E23EC624753}" presName="outerComposite" presStyleCnt="0">
        <dgm:presLayoutVars>
          <dgm:chMax val="5"/>
          <dgm:dir/>
          <dgm:resizeHandles val="exact"/>
        </dgm:presLayoutVars>
      </dgm:prSet>
      <dgm:spPr/>
    </dgm:pt>
    <dgm:pt modelId="{7F7680C2-07BE-4158-8DA3-4EBB9B17F070}" type="pres">
      <dgm:prSet presAssocID="{B00E23EA-CE10-41BE-9794-4E23EC624753}" presName="dummyMaxCanvas" presStyleCnt="0">
        <dgm:presLayoutVars/>
      </dgm:prSet>
      <dgm:spPr/>
    </dgm:pt>
    <dgm:pt modelId="{F04F438B-605F-4437-B7C2-E6E7825BA93E}" type="pres">
      <dgm:prSet presAssocID="{B00E23EA-CE10-41BE-9794-4E23EC624753}" presName="FourNodes_1" presStyleLbl="node1" presStyleIdx="0" presStyleCnt="4">
        <dgm:presLayoutVars>
          <dgm:bulletEnabled val="1"/>
        </dgm:presLayoutVars>
      </dgm:prSet>
      <dgm:spPr/>
    </dgm:pt>
    <dgm:pt modelId="{A10242F1-86F1-4627-B241-8774E88F88BC}" type="pres">
      <dgm:prSet presAssocID="{B00E23EA-CE10-41BE-9794-4E23EC624753}" presName="FourNodes_2" presStyleLbl="node1" presStyleIdx="1" presStyleCnt="4">
        <dgm:presLayoutVars>
          <dgm:bulletEnabled val="1"/>
        </dgm:presLayoutVars>
      </dgm:prSet>
      <dgm:spPr/>
    </dgm:pt>
    <dgm:pt modelId="{52192A88-7DE9-4882-A3CD-38F10CE76FB4}" type="pres">
      <dgm:prSet presAssocID="{B00E23EA-CE10-41BE-9794-4E23EC624753}" presName="FourNodes_3" presStyleLbl="node1" presStyleIdx="2" presStyleCnt="4">
        <dgm:presLayoutVars>
          <dgm:bulletEnabled val="1"/>
        </dgm:presLayoutVars>
      </dgm:prSet>
      <dgm:spPr/>
    </dgm:pt>
    <dgm:pt modelId="{0E746F04-CF43-4FD7-953F-645507CE732D}" type="pres">
      <dgm:prSet presAssocID="{B00E23EA-CE10-41BE-9794-4E23EC624753}" presName="FourNodes_4" presStyleLbl="node1" presStyleIdx="3" presStyleCnt="4">
        <dgm:presLayoutVars>
          <dgm:bulletEnabled val="1"/>
        </dgm:presLayoutVars>
      </dgm:prSet>
      <dgm:spPr/>
    </dgm:pt>
    <dgm:pt modelId="{7B3189B1-A45E-4FCA-9D38-51BDEB20AD67}" type="pres">
      <dgm:prSet presAssocID="{B00E23EA-CE10-41BE-9794-4E23EC624753}" presName="FourConn_1-2" presStyleLbl="fgAccFollowNode1" presStyleIdx="0" presStyleCnt="3">
        <dgm:presLayoutVars>
          <dgm:bulletEnabled val="1"/>
        </dgm:presLayoutVars>
      </dgm:prSet>
      <dgm:spPr/>
    </dgm:pt>
    <dgm:pt modelId="{A373690A-64D1-4D7D-A302-B48A68BA2ED7}" type="pres">
      <dgm:prSet presAssocID="{B00E23EA-CE10-41BE-9794-4E23EC624753}" presName="FourConn_2-3" presStyleLbl="fgAccFollowNode1" presStyleIdx="1" presStyleCnt="3">
        <dgm:presLayoutVars>
          <dgm:bulletEnabled val="1"/>
        </dgm:presLayoutVars>
      </dgm:prSet>
      <dgm:spPr/>
    </dgm:pt>
    <dgm:pt modelId="{989D7408-C00C-43E7-BED4-0D8DF1C40E53}" type="pres">
      <dgm:prSet presAssocID="{B00E23EA-CE10-41BE-9794-4E23EC624753}" presName="FourConn_3-4" presStyleLbl="fgAccFollowNode1" presStyleIdx="2" presStyleCnt="3">
        <dgm:presLayoutVars>
          <dgm:bulletEnabled val="1"/>
        </dgm:presLayoutVars>
      </dgm:prSet>
      <dgm:spPr/>
    </dgm:pt>
    <dgm:pt modelId="{944ADBEF-4B5B-4F38-9ECA-9FF10D066AD8}" type="pres">
      <dgm:prSet presAssocID="{B00E23EA-CE10-41BE-9794-4E23EC624753}" presName="FourNodes_1_text" presStyleLbl="node1" presStyleIdx="3" presStyleCnt="4">
        <dgm:presLayoutVars>
          <dgm:bulletEnabled val="1"/>
        </dgm:presLayoutVars>
      </dgm:prSet>
      <dgm:spPr/>
    </dgm:pt>
    <dgm:pt modelId="{D37CBD1F-FB62-4832-B9FC-B7EB2FCA575D}" type="pres">
      <dgm:prSet presAssocID="{B00E23EA-CE10-41BE-9794-4E23EC624753}" presName="FourNodes_2_text" presStyleLbl="node1" presStyleIdx="3" presStyleCnt="4">
        <dgm:presLayoutVars>
          <dgm:bulletEnabled val="1"/>
        </dgm:presLayoutVars>
      </dgm:prSet>
      <dgm:spPr/>
    </dgm:pt>
    <dgm:pt modelId="{841D1E0F-0AB7-400E-9719-891A1CB9A72E}" type="pres">
      <dgm:prSet presAssocID="{B00E23EA-CE10-41BE-9794-4E23EC624753}" presName="FourNodes_3_text" presStyleLbl="node1" presStyleIdx="3" presStyleCnt="4">
        <dgm:presLayoutVars>
          <dgm:bulletEnabled val="1"/>
        </dgm:presLayoutVars>
      </dgm:prSet>
      <dgm:spPr/>
    </dgm:pt>
    <dgm:pt modelId="{F7667DC8-D308-4C68-81BF-41E3134DBD9E}" type="pres">
      <dgm:prSet presAssocID="{B00E23EA-CE10-41BE-9794-4E23EC624753}" presName="FourNodes_4_text" presStyleLbl="node1" presStyleIdx="3" presStyleCnt="4">
        <dgm:presLayoutVars>
          <dgm:bulletEnabled val="1"/>
        </dgm:presLayoutVars>
      </dgm:prSet>
      <dgm:spPr/>
    </dgm:pt>
  </dgm:ptLst>
  <dgm:cxnLst>
    <dgm:cxn modelId="{F5025B0C-F36C-46D3-B6C0-0AED84237C00}" type="presOf" srcId="{E8E61BF9-68DD-48C1-9270-3BAA7A8ADB83}" destId="{989D7408-C00C-43E7-BED4-0D8DF1C40E53}" srcOrd="0" destOrd="0" presId="urn:microsoft.com/office/officeart/2005/8/layout/vProcess5"/>
    <dgm:cxn modelId="{A64DFA16-5561-4CB6-A658-69DAF25C9CD9}" srcId="{B00E23EA-CE10-41BE-9794-4E23EC624753}" destId="{FCB13479-2ADA-4FB2-8F01-233E6A1257CF}" srcOrd="2" destOrd="0" parTransId="{C25F6855-1EEE-4091-B9BE-9A95E1926BFA}" sibTransId="{E8E61BF9-68DD-48C1-9270-3BAA7A8ADB83}"/>
    <dgm:cxn modelId="{4B1BE21C-5721-43FA-898A-BB8C531223F0}" type="presOf" srcId="{FCB13479-2ADA-4FB2-8F01-233E6A1257CF}" destId="{52192A88-7DE9-4882-A3CD-38F10CE76FB4}" srcOrd="0" destOrd="0" presId="urn:microsoft.com/office/officeart/2005/8/layout/vProcess5"/>
    <dgm:cxn modelId="{7726E264-2C52-4E5D-904B-65E8ECDBAA69}" type="presOf" srcId="{FCB13479-2ADA-4FB2-8F01-233E6A1257CF}" destId="{841D1E0F-0AB7-400E-9719-891A1CB9A72E}" srcOrd="1" destOrd="0" presId="urn:microsoft.com/office/officeart/2005/8/layout/vProcess5"/>
    <dgm:cxn modelId="{3AD96B67-8D10-4D7F-B1C0-FFD42D533D1C}" type="presOf" srcId="{7017C795-0156-43D6-83E1-FA330CB01207}" destId="{F04F438B-605F-4437-B7C2-E6E7825BA93E}" srcOrd="0" destOrd="0" presId="urn:microsoft.com/office/officeart/2005/8/layout/vProcess5"/>
    <dgm:cxn modelId="{585A7C48-2ADC-41BD-A262-92415FF87A45}" type="presOf" srcId="{E38EEFC5-C7A6-42E5-932B-D6F9A3EFE9E6}" destId="{A10242F1-86F1-4627-B241-8774E88F88BC}" srcOrd="0" destOrd="0" presId="urn:microsoft.com/office/officeart/2005/8/layout/vProcess5"/>
    <dgm:cxn modelId="{BC724669-350B-4C81-9792-6F80FC04F019}" type="presOf" srcId="{2E0BB6A9-5C96-45A7-8890-E001A73E2233}" destId="{0E746F04-CF43-4FD7-953F-645507CE732D}" srcOrd="0" destOrd="0" presId="urn:microsoft.com/office/officeart/2005/8/layout/vProcess5"/>
    <dgm:cxn modelId="{9E4B0772-4BCC-44B8-B5FB-B9B98974CE43}" type="presOf" srcId="{E38EEFC5-C7A6-42E5-932B-D6F9A3EFE9E6}" destId="{D37CBD1F-FB62-4832-B9FC-B7EB2FCA575D}" srcOrd="1" destOrd="0" presId="urn:microsoft.com/office/officeart/2005/8/layout/vProcess5"/>
    <dgm:cxn modelId="{D9D10673-AA50-40E3-AD00-3E58DB45EC9A}" srcId="{B00E23EA-CE10-41BE-9794-4E23EC624753}" destId="{E38EEFC5-C7A6-42E5-932B-D6F9A3EFE9E6}" srcOrd="1" destOrd="0" parTransId="{497C6E78-C557-4785-8C82-74E8794C74BA}" sibTransId="{CCC6866C-1C8B-49AE-8AFC-D9997A6A85C6}"/>
    <dgm:cxn modelId="{5B221256-67A6-44D5-8C39-BE47208FAB96}" type="presOf" srcId="{CCC6866C-1C8B-49AE-8AFC-D9997A6A85C6}" destId="{A373690A-64D1-4D7D-A302-B48A68BA2ED7}" srcOrd="0" destOrd="0" presId="urn:microsoft.com/office/officeart/2005/8/layout/vProcess5"/>
    <dgm:cxn modelId="{36DB548A-E79A-43C3-82A3-4A16479A4759}" type="presOf" srcId="{2E0BB6A9-5C96-45A7-8890-E001A73E2233}" destId="{F7667DC8-D308-4C68-81BF-41E3134DBD9E}" srcOrd="1" destOrd="0" presId="urn:microsoft.com/office/officeart/2005/8/layout/vProcess5"/>
    <dgm:cxn modelId="{FFCBC094-02DB-402B-B2F5-C217C0EC0F00}" srcId="{B00E23EA-CE10-41BE-9794-4E23EC624753}" destId="{2E0BB6A9-5C96-45A7-8890-E001A73E2233}" srcOrd="3" destOrd="0" parTransId="{8C7E424A-8FA9-4198-B287-11A82932FC1C}" sibTransId="{A3648C0E-99A5-4D59-82BC-0CC74BAD078C}"/>
    <dgm:cxn modelId="{5AF6DFC2-9324-48E3-B034-08A26B9E1ABB}" type="presOf" srcId="{B00E23EA-CE10-41BE-9794-4E23EC624753}" destId="{411471F0-EC79-4393-8BD2-198CC720227B}" srcOrd="0" destOrd="0" presId="urn:microsoft.com/office/officeart/2005/8/layout/vProcess5"/>
    <dgm:cxn modelId="{B16078C4-BC6C-4261-9A7F-26A596AFF380}" srcId="{B00E23EA-CE10-41BE-9794-4E23EC624753}" destId="{7017C795-0156-43D6-83E1-FA330CB01207}" srcOrd="0" destOrd="0" parTransId="{AA034864-9089-4333-9ECE-790A2C77797F}" sibTransId="{4259A563-3460-42E6-941F-DE708A6F5212}"/>
    <dgm:cxn modelId="{8E8ABBCD-531A-46AF-A38F-1071FF099417}" type="presOf" srcId="{7017C795-0156-43D6-83E1-FA330CB01207}" destId="{944ADBEF-4B5B-4F38-9ECA-9FF10D066AD8}" srcOrd="1" destOrd="0" presId="urn:microsoft.com/office/officeart/2005/8/layout/vProcess5"/>
    <dgm:cxn modelId="{2E0630E0-FAC3-4BA2-BCBF-145D84EBD2D3}" type="presOf" srcId="{4259A563-3460-42E6-941F-DE708A6F5212}" destId="{7B3189B1-A45E-4FCA-9D38-51BDEB20AD67}" srcOrd="0" destOrd="0" presId="urn:microsoft.com/office/officeart/2005/8/layout/vProcess5"/>
    <dgm:cxn modelId="{2489CA42-1E6C-4F1C-A678-E76D00BB9A5E}" type="presParOf" srcId="{411471F0-EC79-4393-8BD2-198CC720227B}" destId="{7F7680C2-07BE-4158-8DA3-4EBB9B17F070}" srcOrd="0" destOrd="0" presId="urn:microsoft.com/office/officeart/2005/8/layout/vProcess5"/>
    <dgm:cxn modelId="{71DA9051-76D5-4FAA-8923-21B00AC73988}" type="presParOf" srcId="{411471F0-EC79-4393-8BD2-198CC720227B}" destId="{F04F438B-605F-4437-B7C2-E6E7825BA93E}" srcOrd="1" destOrd="0" presId="urn:microsoft.com/office/officeart/2005/8/layout/vProcess5"/>
    <dgm:cxn modelId="{F17C3522-0FF4-4F4B-83DB-D4728B67B587}" type="presParOf" srcId="{411471F0-EC79-4393-8BD2-198CC720227B}" destId="{A10242F1-86F1-4627-B241-8774E88F88BC}" srcOrd="2" destOrd="0" presId="urn:microsoft.com/office/officeart/2005/8/layout/vProcess5"/>
    <dgm:cxn modelId="{04967621-AFD4-4526-8481-8DF9166A07E8}" type="presParOf" srcId="{411471F0-EC79-4393-8BD2-198CC720227B}" destId="{52192A88-7DE9-4882-A3CD-38F10CE76FB4}" srcOrd="3" destOrd="0" presId="urn:microsoft.com/office/officeart/2005/8/layout/vProcess5"/>
    <dgm:cxn modelId="{7D849D32-F231-439E-8C18-D2F8472488CF}" type="presParOf" srcId="{411471F0-EC79-4393-8BD2-198CC720227B}" destId="{0E746F04-CF43-4FD7-953F-645507CE732D}" srcOrd="4" destOrd="0" presId="urn:microsoft.com/office/officeart/2005/8/layout/vProcess5"/>
    <dgm:cxn modelId="{79579E64-206F-495E-8BE7-FDF52C05D6CC}" type="presParOf" srcId="{411471F0-EC79-4393-8BD2-198CC720227B}" destId="{7B3189B1-A45E-4FCA-9D38-51BDEB20AD67}" srcOrd="5" destOrd="0" presId="urn:microsoft.com/office/officeart/2005/8/layout/vProcess5"/>
    <dgm:cxn modelId="{C4025940-F8C4-4098-8CE9-D71AF631BF9A}" type="presParOf" srcId="{411471F0-EC79-4393-8BD2-198CC720227B}" destId="{A373690A-64D1-4D7D-A302-B48A68BA2ED7}" srcOrd="6" destOrd="0" presId="urn:microsoft.com/office/officeart/2005/8/layout/vProcess5"/>
    <dgm:cxn modelId="{EEE00E84-7FEE-4CA2-8CDC-5B9B347B191E}" type="presParOf" srcId="{411471F0-EC79-4393-8BD2-198CC720227B}" destId="{989D7408-C00C-43E7-BED4-0D8DF1C40E53}" srcOrd="7" destOrd="0" presId="urn:microsoft.com/office/officeart/2005/8/layout/vProcess5"/>
    <dgm:cxn modelId="{4D8A261E-B6D7-4485-9EC1-45D3787EE006}" type="presParOf" srcId="{411471F0-EC79-4393-8BD2-198CC720227B}" destId="{944ADBEF-4B5B-4F38-9ECA-9FF10D066AD8}" srcOrd="8" destOrd="0" presId="urn:microsoft.com/office/officeart/2005/8/layout/vProcess5"/>
    <dgm:cxn modelId="{303A7CC2-31D7-4DF5-89B1-30DE24458422}" type="presParOf" srcId="{411471F0-EC79-4393-8BD2-198CC720227B}" destId="{D37CBD1F-FB62-4832-B9FC-B7EB2FCA575D}" srcOrd="9" destOrd="0" presId="urn:microsoft.com/office/officeart/2005/8/layout/vProcess5"/>
    <dgm:cxn modelId="{9158D59E-72BA-40A6-A8B4-30C775801672}" type="presParOf" srcId="{411471F0-EC79-4393-8BD2-198CC720227B}" destId="{841D1E0F-0AB7-400E-9719-891A1CB9A72E}" srcOrd="10" destOrd="0" presId="urn:microsoft.com/office/officeart/2005/8/layout/vProcess5"/>
    <dgm:cxn modelId="{8108B1D7-F358-410D-A453-10F189BB898D}" type="presParOf" srcId="{411471F0-EC79-4393-8BD2-198CC720227B}" destId="{F7667DC8-D308-4C68-81BF-41E3134DBD9E}"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FF1D3E-F823-40F4-8E38-A30A08C22DDC}"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6210B31B-D99A-45D2-8A7E-2142D6D625BA}">
      <dgm:prSet/>
      <dgm:spPr/>
      <dgm:t>
        <a:bodyPr/>
        <a:lstStyle/>
        <a:p>
          <a:r>
            <a:rPr lang="en-US"/>
            <a:t>Software Requirement:-</a:t>
          </a:r>
        </a:p>
      </dgm:t>
    </dgm:pt>
    <dgm:pt modelId="{69A7AFF7-EE35-47CF-BE3E-5F572D221102}" type="parTrans" cxnId="{883BE539-179D-4B18-A78E-69BD9A39A2DF}">
      <dgm:prSet/>
      <dgm:spPr/>
      <dgm:t>
        <a:bodyPr/>
        <a:lstStyle/>
        <a:p>
          <a:endParaRPr lang="en-US"/>
        </a:p>
      </dgm:t>
    </dgm:pt>
    <dgm:pt modelId="{496A4EA7-2F8E-49DF-B015-E7A49E1F84A2}" type="sibTrans" cxnId="{883BE539-179D-4B18-A78E-69BD9A39A2DF}">
      <dgm:prSet/>
      <dgm:spPr/>
      <dgm:t>
        <a:bodyPr/>
        <a:lstStyle/>
        <a:p>
          <a:endParaRPr lang="en-US"/>
        </a:p>
      </dgm:t>
    </dgm:pt>
    <dgm:pt modelId="{72DFF3B8-782C-4EFA-B377-9CF4F0BF3057}">
      <dgm:prSet/>
      <dgm:spPr/>
      <dgm:t>
        <a:bodyPr/>
        <a:lstStyle/>
        <a:p>
          <a:r>
            <a:rPr lang="en-US"/>
            <a:t>1)Python(jupyter notebook)</a:t>
          </a:r>
        </a:p>
      </dgm:t>
    </dgm:pt>
    <dgm:pt modelId="{CD774867-8C53-47FF-A8E2-4CEEEF26508F}" type="parTrans" cxnId="{7673D954-7A6C-4E8F-A987-046F54E69A4C}">
      <dgm:prSet/>
      <dgm:spPr/>
      <dgm:t>
        <a:bodyPr/>
        <a:lstStyle/>
        <a:p>
          <a:endParaRPr lang="en-US"/>
        </a:p>
      </dgm:t>
    </dgm:pt>
    <dgm:pt modelId="{69B7D982-76A9-402D-8EED-45DFDBA6D3DD}" type="sibTrans" cxnId="{7673D954-7A6C-4E8F-A987-046F54E69A4C}">
      <dgm:prSet/>
      <dgm:spPr/>
      <dgm:t>
        <a:bodyPr/>
        <a:lstStyle/>
        <a:p>
          <a:endParaRPr lang="en-US"/>
        </a:p>
      </dgm:t>
    </dgm:pt>
    <dgm:pt modelId="{C1E3E97A-7219-49E5-9648-C5C35368A030}">
      <dgm:prSet/>
      <dgm:spPr/>
      <dgm:t>
        <a:bodyPr/>
        <a:lstStyle/>
        <a:p>
          <a:r>
            <a:rPr lang="en-US"/>
            <a:t>2)Power bi</a:t>
          </a:r>
        </a:p>
      </dgm:t>
    </dgm:pt>
    <dgm:pt modelId="{FEE6D51C-E3C5-421A-A445-7F7DB4CA24EF}" type="parTrans" cxnId="{70799110-6661-4F11-B967-C56E449B9600}">
      <dgm:prSet/>
      <dgm:spPr/>
      <dgm:t>
        <a:bodyPr/>
        <a:lstStyle/>
        <a:p>
          <a:endParaRPr lang="en-US"/>
        </a:p>
      </dgm:t>
    </dgm:pt>
    <dgm:pt modelId="{8F78FEB8-5D65-459A-9A3B-B3A126A8939F}" type="sibTrans" cxnId="{70799110-6661-4F11-B967-C56E449B9600}">
      <dgm:prSet/>
      <dgm:spPr/>
      <dgm:t>
        <a:bodyPr/>
        <a:lstStyle/>
        <a:p>
          <a:endParaRPr lang="en-US"/>
        </a:p>
      </dgm:t>
    </dgm:pt>
    <dgm:pt modelId="{F926592C-177D-4F12-B570-567885B7E1E9}">
      <dgm:prSet/>
      <dgm:spPr/>
      <dgm:t>
        <a:bodyPr/>
        <a:lstStyle/>
        <a:p>
          <a:r>
            <a:rPr lang="en-US"/>
            <a:t>3)Excel</a:t>
          </a:r>
        </a:p>
      </dgm:t>
    </dgm:pt>
    <dgm:pt modelId="{608A2599-6DC6-48D0-BD03-56C5E42B01DA}" type="parTrans" cxnId="{BDD35E3C-A5E0-42F5-BB53-A6540A642004}">
      <dgm:prSet/>
      <dgm:spPr/>
      <dgm:t>
        <a:bodyPr/>
        <a:lstStyle/>
        <a:p>
          <a:endParaRPr lang="en-US"/>
        </a:p>
      </dgm:t>
    </dgm:pt>
    <dgm:pt modelId="{BDC28A0A-ABA8-4101-9228-8ED9C27B09D7}" type="sibTrans" cxnId="{BDD35E3C-A5E0-42F5-BB53-A6540A642004}">
      <dgm:prSet/>
      <dgm:spPr/>
      <dgm:t>
        <a:bodyPr/>
        <a:lstStyle/>
        <a:p>
          <a:endParaRPr lang="en-US"/>
        </a:p>
      </dgm:t>
    </dgm:pt>
    <dgm:pt modelId="{28B9C1CA-08A6-4677-ABAE-6CBEE403FBCC}">
      <dgm:prSet/>
      <dgm:spPr/>
      <dgm:t>
        <a:bodyPr/>
        <a:lstStyle/>
        <a:p>
          <a:r>
            <a:rPr lang="en-US"/>
            <a:t>Main Software Libraries:-</a:t>
          </a:r>
        </a:p>
      </dgm:t>
    </dgm:pt>
    <dgm:pt modelId="{832000D7-14B8-4064-8B18-B8F6E044B788}" type="parTrans" cxnId="{8ACD1990-5215-4ED5-A713-0A8BB15C9025}">
      <dgm:prSet/>
      <dgm:spPr/>
      <dgm:t>
        <a:bodyPr/>
        <a:lstStyle/>
        <a:p>
          <a:endParaRPr lang="en-US"/>
        </a:p>
      </dgm:t>
    </dgm:pt>
    <dgm:pt modelId="{49F933E6-D7A6-4CB8-A9F4-793768DB85B4}" type="sibTrans" cxnId="{8ACD1990-5215-4ED5-A713-0A8BB15C9025}">
      <dgm:prSet/>
      <dgm:spPr/>
      <dgm:t>
        <a:bodyPr/>
        <a:lstStyle/>
        <a:p>
          <a:endParaRPr lang="en-US"/>
        </a:p>
      </dgm:t>
    </dgm:pt>
    <dgm:pt modelId="{3FE6DD83-A794-4313-A66C-B30A56D3A57D}">
      <dgm:prSet/>
      <dgm:spPr/>
      <dgm:t>
        <a:bodyPr/>
        <a:lstStyle/>
        <a:p>
          <a:r>
            <a:rPr lang="en-US"/>
            <a:t>1)Pandas</a:t>
          </a:r>
        </a:p>
      </dgm:t>
    </dgm:pt>
    <dgm:pt modelId="{C3360A84-7505-4274-872B-E740E335BCDF}" type="parTrans" cxnId="{297B792C-B749-4F7E-B77F-E4F86A43FE5F}">
      <dgm:prSet/>
      <dgm:spPr/>
      <dgm:t>
        <a:bodyPr/>
        <a:lstStyle/>
        <a:p>
          <a:endParaRPr lang="en-US"/>
        </a:p>
      </dgm:t>
    </dgm:pt>
    <dgm:pt modelId="{20981ACC-0C81-4355-8FEE-90660B45851B}" type="sibTrans" cxnId="{297B792C-B749-4F7E-B77F-E4F86A43FE5F}">
      <dgm:prSet/>
      <dgm:spPr/>
      <dgm:t>
        <a:bodyPr/>
        <a:lstStyle/>
        <a:p>
          <a:endParaRPr lang="en-US"/>
        </a:p>
      </dgm:t>
    </dgm:pt>
    <dgm:pt modelId="{EA2C2B89-8857-4C06-9424-C846B896441B}">
      <dgm:prSet/>
      <dgm:spPr/>
      <dgm:t>
        <a:bodyPr/>
        <a:lstStyle/>
        <a:p>
          <a:r>
            <a:rPr lang="en-US"/>
            <a:t>2)Numpy</a:t>
          </a:r>
        </a:p>
      </dgm:t>
    </dgm:pt>
    <dgm:pt modelId="{04745050-ACA2-4F47-BE6F-154227E43218}" type="parTrans" cxnId="{71FD1B7D-4E01-45F7-B815-FD6BA2FD004C}">
      <dgm:prSet/>
      <dgm:spPr/>
      <dgm:t>
        <a:bodyPr/>
        <a:lstStyle/>
        <a:p>
          <a:endParaRPr lang="en-US"/>
        </a:p>
      </dgm:t>
    </dgm:pt>
    <dgm:pt modelId="{F73B91AF-CBD0-4A14-B88A-E4B036710B43}" type="sibTrans" cxnId="{71FD1B7D-4E01-45F7-B815-FD6BA2FD004C}">
      <dgm:prSet/>
      <dgm:spPr/>
      <dgm:t>
        <a:bodyPr/>
        <a:lstStyle/>
        <a:p>
          <a:endParaRPr lang="en-US"/>
        </a:p>
      </dgm:t>
    </dgm:pt>
    <dgm:pt modelId="{42B1B2A6-A967-47FA-A447-F501DFCA2287}">
      <dgm:prSet/>
      <dgm:spPr/>
      <dgm:t>
        <a:bodyPr/>
        <a:lstStyle/>
        <a:p>
          <a:r>
            <a:rPr lang="en-US"/>
            <a:t>3)Beautiful Soups</a:t>
          </a:r>
        </a:p>
      </dgm:t>
    </dgm:pt>
    <dgm:pt modelId="{9B5AC8ED-102A-4381-86E4-C86CF2D283E0}" type="parTrans" cxnId="{84E347C9-FBB2-419E-9DE9-2024F8104838}">
      <dgm:prSet/>
      <dgm:spPr/>
      <dgm:t>
        <a:bodyPr/>
        <a:lstStyle/>
        <a:p>
          <a:endParaRPr lang="en-US"/>
        </a:p>
      </dgm:t>
    </dgm:pt>
    <dgm:pt modelId="{AF471EE3-8ECC-4155-AAD1-490AB066E42E}" type="sibTrans" cxnId="{84E347C9-FBB2-419E-9DE9-2024F8104838}">
      <dgm:prSet/>
      <dgm:spPr/>
      <dgm:t>
        <a:bodyPr/>
        <a:lstStyle/>
        <a:p>
          <a:endParaRPr lang="en-US"/>
        </a:p>
      </dgm:t>
    </dgm:pt>
    <dgm:pt modelId="{27DF4536-3CE7-411C-A789-FCFC8507A288}">
      <dgm:prSet/>
      <dgm:spPr/>
      <dgm:t>
        <a:bodyPr/>
        <a:lstStyle/>
        <a:p>
          <a:r>
            <a:rPr lang="en-US"/>
            <a:t>4)Requests</a:t>
          </a:r>
        </a:p>
      </dgm:t>
    </dgm:pt>
    <dgm:pt modelId="{B97E5892-C7F9-4DC6-A43C-A2FB957CD7DA}" type="parTrans" cxnId="{6DDE0845-9C03-4F28-936F-80389BD35F64}">
      <dgm:prSet/>
      <dgm:spPr/>
      <dgm:t>
        <a:bodyPr/>
        <a:lstStyle/>
        <a:p>
          <a:endParaRPr lang="en-US"/>
        </a:p>
      </dgm:t>
    </dgm:pt>
    <dgm:pt modelId="{D8155C5E-55D6-4DA9-9FD2-5D8C66EE5665}" type="sibTrans" cxnId="{6DDE0845-9C03-4F28-936F-80389BD35F64}">
      <dgm:prSet/>
      <dgm:spPr/>
      <dgm:t>
        <a:bodyPr/>
        <a:lstStyle/>
        <a:p>
          <a:endParaRPr lang="en-US"/>
        </a:p>
      </dgm:t>
    </dgm:pt>
    <dgm:pt modelId="{1D73D320-B57A-4E09-A322-5F9A78597D3A}">
      <dgm:prSet/>
      <dgm:spPr/>
      <dgm:t>
        <a:bodyPr/>
        <a:lstStyle/>
        <a:p>
          <a:r>
            <a:rPr lang="en-US" dirty="0"/>
            <a:t>5)CSV</a:t>
          </a:r>
        </a:p>
      </dgm:t>
    </dgm:pt>
    <dgm:pt modelId="{83C90345-3F6D-4FE9-8915-1CEAF90553FD}" type="parTrans" cxnId="{AF33BC64-2E52-4D73-91AE-1BB6C83B9D2C}">
      <dgm:prSet/>
      <dgm:spPr/>
      <dgm:t>
        <a:bodyPr/>
        <a:lstStyle/>
        <a:p>
          <a:endParaRPr lang="en-US"/>
        </a:p>
      </dgm:t>
    </dgm:pt>
    <dgm:pt modelId="{F8C6B68B-C419-441D-8984-E9BAAE0EAF08}" type="sibTrans" cxnId="{AF33BC64-2E52-4D73-91AE-1BB6C83B9D2C}">
      <dgm:prSet/>
      <dgm:spPr/>
      <dgm:t>
        <a:bodyPr/>
        <a:lstStyle/>
        <a:p>
          <a:endParaRPr lang="en-US"/>
        </a:p>
      </dgm:t>
    </dgm:pt>
    <dgm:pt modelId="{1955EB5A-2827-4378-B62F-1E335E7B46D0}">
      <dgm:prSet/>
      <dgm:spPr/>
      <dgm:t>
        <a:bodyPr/>
        <a:lstStyle/>
        <a:p>
          <a:r>
            <a:rPr lang="en-US" dirty="0"/>
            <a:t>4)Tableau</a:t>
          </a:r>
        </a:p>
      </dgm:t>
    </dgm:pt>
    <dgm:pt modelId="{399AB577-329C-4701-88FC-E008E2734A1E}" type="parTrans" cxnId="{60F71F8F-067E-48EF-ACCF-738DE46F69B8}">
      <dgm:prSet/>
      <dgm:spPr/>
      <dgm:t>
        <a:bodyPr/>
        <a:lstStyle/>
        <a:p>
          <a:endParaRPr lang="hi-IN"/>
        </a:p>
      </dgm:t>
    </dgm:pt>
    <dgm:pt modelId="{5C01B843-2DB9-41F4-9C74-5F1D3260DB4A}" type="sibTrans" cxnId="{60F71F8F-067E-48EF-ACCF-738DE46F69B8}">
      <dgm:prSet/>
      <dgm:spPr/>
      <dgm:t>
        <a:bodyPr/>
        <a:lstStyle/>
        <a:p>
          <a:endParaRPr lang="hi-IN"/>
        </a:p>
      </dgm:t>
    </dgm:pt>
    <dgm:pt modelId="{DCC61555-D1B5-44CA-9669-EDED904C1179}" type="pres">
      <dgm:prSet presAssocID="{A6FF1D3E-F823-40F4-8E38-A30A08C22DDC}" presName="diagram" presStyleCnt="0">
        <dgm:presLayoutVars>
          <dgm:dir/>
          <dgm:resizeHandles val="exact"/>
        </dgm:presLayoutVars>
      </dgm:prSet>
      <dgm:spPr/>
    </dgm:pt>
    <dgm:pt modelId="{F24570C4-BCB5-44A2-9054-EC48645970A7}" type="pres">
      <dgm:prSet presAssocID="{6210B31B-D99A-45D2-8A7E-2142D6D625BA}" presName="node" presStyleLbl="node1" presStyleIdx="0" presStyleCnt="11" custLinFactNeighborX="-37410" custLinFactNeighborY="760">
        <dgm:presLayoutVars>
          <dgm:bulletEnabled val="1"/>
        </dgm:presLayoutVars>
      </dgm:prSet>
      <dgm:spPr/>
    </dgm:pt>
    <dgm:pt modelId="{D02CE3BA-87A1-4AAF-A43D-283B0E5D5FCB}" type="pres">
      <dgm:prSet presAssocID="{496A4EA7-2F8E-49DF-B015-E7A49E1F84A2}" presName="sibTrans" presStyleCnt="0"/>
      <dgm:spPr/>
    </dgm:pt>
    <dgm:pt modelId="{8EE374BC-0974-4C2F-B542-B8637A0E3D62}" type="pres">
      <dgm:prSet presAssocID="{72DFF3B8-782C-4EFA-B377-9CF4F0BF3057}" presName="node" presStyleLbl="node1" presStyleIdx="1" presStyleCnt="11" custLinFactNeighborX="-42428" custLinFactNeighborY="1521">
        <dgm:presLayoutVars>
          <dgm:bulletEnabled val="1"/>
        </dgm:presLayoutVars>
      </dgm:prSet>
      <dgm:spPr/>
    </dgm:pt>
    <dgm:pt modelId="{AFDCF4DB-98DC-4010-BC95-92FDB7C9C3A6}" type="pres">
      <dgm:prSet presAssocID="{69B7D982-76A9-402D-8EED-45DFDBA6D3DD}" presName="sibTrans" presStyleCnt="0"/>
      <dgm:spPr/>
    </dgm:pt>
    <dgm:pt modelId="{B8F66DE2-8A40-4802-89E3-CA1B71D40B64}" type="pres">
      <dgm:prSet presAssocID="{C1E3E97A-7219-49E5-9648-C5C35368A030}" presName="node" presStyleLbl="node1" presStyleIdx="2" presStyleCnt="11" custLinFactNeighborX="-46990" custLinFactNeighborY="1521">
        <dgm:presLayoutVars>
          <dgm:bulletEnabled val="1"/>
        </dgm:presLayoutVars>
      </dgm:prSet>
      <dgm:spPr/>
    </dgm:pt>
    <dgm:pt modelId="{59DDBFF7-B592-435C-82A2-9CDE7D2E3BCF}" type="pres">
      <dgm:prSet presAssocID="{8F78FEB8-5D65-459A-9A3B-B3A126A8939F}" presName="sibTrans" presStyleCnt="0"/>
      <dgm:spPr/>
    </dgm:pt>
    <dgm:pt modelId="{ED375C14-3EFC-4BBE-B287-F7753C30C345}" type="pres">
      <dgm:prSet presAssocID="{F926592C-177D-4F12-B570-567885B7E1E9}" presName="node" presStyleLbl="node1" presStyleIdx="3" presStyleCnt="11" custLinFactNeighborX="-52465" custLinFactNeighborY="2281">
        <dgm:presLayoutVars>
          <dgm:bulletEnabled val="1"/>
        </dgm:presLayoutVars>
      </dgm:prSet>
      <dgm:spPr/>
    </dgm:pt>
    <dgm:pt modelId="{959785C2-BF6A-460F-9786-A9EE7CFC4B69}" type="pres">
      <dgm:prSet presAssocID="{BDC28A0A-ABA8-4101-9228-8ED9C27B09D7}" presName="sibTrans" presStyleCnt="0"/>
      <dgm:spPr/>
    </dgm:pt>
    <dgm:pt modelId="{64DCD095-D179-4DA7-A555-6B523B1BF23C}" type="pres">
      <dgm:prSet presAssocID="{1955EB5A-2827-4378-B62F-1E335E7B46D0}" presName="node" presStyleLbl="node1" presStyleIdx="4" presStyleCnt="11" custLinFactX="180991" custLinFactY="-13817" custLinFactNeighborX="200000" custLinFactNeighborY="-100000">
        <dgm:presLayoutVars>
          <dgm:bulletEnabled val="1"/>
        </dgm:presLayoutVars>
      </dgm:prSet>
      <dgm:spPr/>
    </dgm:pt>
    <dgm:pt modelId="{DBA0CF77-4921-4219-8E2A-180EF226D80C}" type="pres">
      <dgm:prSet presAssocID="{5C01B843-2DB9-41F4-9C74-5F1D3260DB4A}" presName="sibTrans" presStyleCnt="0"/>
      <dgm:spPr/>
    </dgm:pt>
    <dgm:pt modelId="{FF1EDB52-BA58-4BBD-BE6C-5460B36E4583}" type="pres">
      <dgm:prSet presAssocID="{28B9C1CA-08A6-4677-ABAE-6CBEE403FBCC}" presName="node" presStyleLbl="node1" presStyleIdx="5" presStyleCnt="11" custLinFactX="-48270" custLinFactNeighborX="-100000" custLinFactNeighborY="415">
        <dgm:presLayoutVars>
          <dgm:bulletEnabled val="1"/>
        </dgm:presLayoutVars>
      </dgm:prSet>
      <dgm:spPr/>
    </dgm:pt>
    <dgm:pt modelId="{0351DAC9-B667-4B1A-A692-D5BD358D11DE}" type="pres">
      <dgm:prSet presAssocID="{49F933E6-D7A6-4CB8-A9F4-793768DB85B4}" presName="sibTrans" presStyleCnt="0"/>
      <dgm:spPr/>
    </dgm:pt>
    <dgm:pt modelId="{F5DE4F63-2D94-4091-90F6-B583125F5EA8}" type="pres">
      <dgm:prSet presAssocID="{3FE6DD83-A794-4313-A66C-B30A56D3A57D}" presName="node" presStyleLbl="node1" presStyleIdx="6" presStyleCnt="11" custLinFactX="-52376" custLinFactNeighborX="-100000" custLinFactNeighborY="415">
        <dgm:presLayoutVars>
          <dgm:bulletEnabled val="1"/>
        </dgm:presLayoutVars>
      </dgm:prSet>
      <dgm:spPr/>
    </dgm:pt>
    <dgm:pt modelId="{C71EC7AB-391B-449A-AD85-0FC812AEB66D}" type="pres">
      <dgm:prSet presAssocID="{20981ACC-0C81-4355-8FEE-90660B45851B}" presName="sibTrans" presStyleCnt="0"/>
      <dgm:spPr/>
    </dgm:pt>
    <dgm:pt modelId="{902AA66B-A9F7-4E3B-B700-46993702D228}" type="pres">
      <dgm:prSet presAssocID="{EA2C2B89-8857-4C06-9424-C846B896441B}" presName="node" presStyleLbl="node1" presStyleIdx="7" presStyleCnt="11" custLinFactX="-55113" custLinFactNeighborX="-100000" custLinFactNeighborY="415">
        <dgm:presLayoutVars>
          <dgm:bulletEnabled val="1"/>
        </dgm:presLayoutVars>
      </dgm:prSet>
      <dgm:spPr/>
    </dgm:pt>
    <dgm:pt modelId="{8F54FA0A-020B-4955-BB25-491F317278DF}" type="pres">
      <dgm:prSet presAssocID="{F73B91AF-CBD0-4A14-B88A-E4B036710B43}" presName="sibTrans" presStyleCnt="0"/>
      <dgm:spPr/>
    </dgm:pt>
    <dgm:pt modelId="{96354BF1-7DB6-407D-88A4-6E0575A9811C}" type="pres">
      <dgm:prSet presAssocID="{42B1B2A6-A967-47FA-A447-F501DFCA2287}" presName="node" presStyleLbl="node1" presStyleIdx="8" presStyleCnt="11" custLinFactX="100000" custLinFactY="-16252" custLinFactNeighborX="125371" custLinFactNeighborY="-100000">
        <dgm:presLayoutVars>
          <dgm:bulletEnabled val="1"/>
        </dgm:presLayoutVars>
      </dgm:prSet>
      <dgm:spPr/>
    </dgm:pt>
    <dgm:pt modelId="{029679C6-EFAB-4871-A617-CF90B1E0D2CC}" type="pres">
      <dgm:prSet presAssocID="{AF471EE3-8ECC-4155-AAD1-490AB066E42E}" presName="sibTrans" presStyleCnt="0"/>
      <dgm:spPr/>
    </dgm:pt>
    <dgm:pt modelId="{08592084-58F6-48FB-83F3-AA2BBD502716}" type="pres">
      <dgm:prSet presAssocID="{27DF4536-3CE7-411C-A789-FCFC8507A288}" presName="node" presStyleLbl="node1" presStyleIdx="9" presStyleCnt="11" custLinFactX="100000" custLinFactY="-16252" custLinFactNeighborX="115991" custLinFactNeighborY="-100000">
        <dgm:presLayoutVars>
          <dgm:bulletEnabled val="1"/>
        </dgm:presLayoutVars>
      </dgm:prSet>
      <dgm:spPr/>
    </dgm:pt>
    <dgm:pt modelId="{E4D88252-133F-47CB-85C0-45BF8E47A206}" type="pres">
      <dgm:prSet presAssocID="{D8155C5E-55D6-4DA9-9FD2-5D8C66EE5665}" presName="sibTrans" presStyleCnt="0"/>
      <dgm:spPr/>
    </dgm:pt>
    <dgm:pt modelId="{EFDDDD0A-4CE4-45E2-82F6-82E05E2D2719}" type="pres">
      <dgm:prSet presAssocID="{1D73D320-B57A-4E09-A322-5F9A78597D3A}" presName="node" presStyleLbl="node1" presStyleIdx="10" presStyleCnt="11" custLinFactNeighborX="-99455" custLinFactNeighborY="-4562">
        <dgm:presLayoutVars>
          <dgm:bulletEnabled val="1"/>
        </dgm:presLayoutVars>
      </dgm:prSet>
      <dgm:spPr/>
    </dgm:pt>
  </dgm:ptLst>
  <dgm:cxnLst>
    <dgm:cxn modelId="{3DC07E0D-B6E2-4587-81E6-AEFF12454036}" type="presOf" srcId="{F926592C-177D-4F12-B570-567885B7E1E9}" destId="{ED375C14-3EFC-4BBE-B287-F7753C30C345}" srcOrd="0" destOrd="0" presId="urn:microsoft.com/office/officeart/2005/8/layout/default"/>
    <dgm:cxn modelId="{70799110-6661-4F11-B967-C56E449B9600}" srcId="{A6FF1D3E-F823-40F4-8E38-A30A08C22DDC}" destId="{C1E3E97A-7219-49E5-9648-C5C35368A030}" srcOrd="2" destOrd="0" parTransId="{FEE6D51C-E3C5-421A-A445-7F7DB4CA24EF}" sibTransId="{8F78FEB8-5D65-459A-9A3B-B3A126A8939F}"/>
    <dgm:cxn modelId="{6A3D3B11-19D1-4D9C-9152-31E3149A5608}" type="presOf" srcId="{3FE6DD83-A794-4313-A66C-B30A56D3A57D}" destId="{F5DE4F63-2D94-4091-90F6-B583125F5EA8}" srcOrd="0" destOrd="0" presId="urn:microsoft.com/office/officeart/2005/8/layout/default"/>
    <dgm:cxn modelId="{297B792C-B749-4F7E-B77F-E4F86A43FE5F}" srcId="{A6FF1D3E-F823-40F4-8E38-A30A08C22DDC}" destId="{3FE6DD83-A794-4313-A66C-B30A56D3A57D}" srcOrd="6" destOrd="0" parTransId="{C3360A84-7505-4274-872B-E740E335BCDF}" sibTransId="{20981ACC-0C81-4355-8FEE-90660B45851B}"/>
    <dgm:cxn modelId="{66BBF836-3EBD-49FC-98FB-7297A969E1DA}" type="presOf" srcId="{27DF4536-3CE7-411C-A789-FCFC8507A288}" destId="{08592084-58F6-48FB-83F3-AA2BBD502716}" srcOrd="0" destOrd="0" presId="urn:microsoft.com/office/officeart/2005/8/layout/default"/>
    <dgm:cxn modelId="{8368F437-B9EC-4DE0-9685-1837217CD6D4}" type="presOf" srcId="{6210B31B-D99A-45D2-8A7E-2142D6D625BA}" destId="{F24570C4-BCB5-44A2-9054-EC48645970A7}" srcOrd="0" destOrd="0" presId="urn:microsoft.com/office/officeart/2005/8/layout/default"/>
    <dgm:cxn modelId="{883BE539-179D-4B18-A78E-69BD9A39A2DF}" srcId="{A6FF1D3E-F823-40F4-8E38-A30A08C22DDC}" destId="{6210B31B-D99A-45D2-8A7E-2142D6D625BA}" srcOrd="0" destOrd="0" parTransId="{69A7AFF7-EE35-47CF-BE3E-5F572D221102}" sibTransId="{496A4EA7-2F8E-49DF-B015-E7A49E1F84A2}"/>
    <dgm:cxn modelId="{BDD35E3C-A5E0-42F5-BB53-A6540A642004}" srcId="{A6FF1D3E-F823-40F4-8E38-A30A08C22DDC}" destId="{F926592C-177D-4F12-B570-567885B7E1E9}" srcOrd="3" destOrd="0" parTransId="{608A2599-6DC6-48D0-BD03-56C5E42B01DA}" sibTransId="{BDC28A0A-ABA8-4101-9228-8ED9C27B09D7}"/>
    <dgm:cxn modelId="{AF33BC64-2E52-4D73-91AE-1BB6C83B9D2C}" srcId="{A6FF1D3E-F823-40F4-8E38-A30A08C22DDC}" destId="{1D73D320-B57A-4E09-A322-5F9A78597D3A}" srcOrd="10" destOrd="0" parTransId="{83C90345-3F6D-4FE9-8915-1CEAF90553FD}" sibTransId="{F8C6B68B-C419-441D-8984-E9BAAE0EAF08}"/>
    <dgm:cxn modelId="{6DDE0845-9C03-4F28-936F-80389BD35F64}" srcId="{A6FF1D3E-F823-40F4-8E38-A30A08C22DDC}" destId="{27DF4536-3CE7-411C-A789-FCFC8507A288}" srcOrd="9" destOrd="0" parTransId="{B97E5892-C7F9-4DC6-A43C-A2FB957CD7DA}" sibTransId="{D8155C5E-55D6-4DA9-9FD2-5D8C66EE5665}"/>
    <dgm:cxn modelId="{7673D954-7A6C-4E8F-A987-046F54E69A4C}" srcId="{A6FF1D3E-F823-40F4-8E38-A30A08C22DDC}" destId="{72DFF3B8-782C-4EFA-B377-9CF4F0BF3057}" srcOrd="1" destOrd="0" parTransId="{CD774867-8C53-47FF-A8E2-4CEEEF26508F}" sibTransId="{69B7D982-76A9-402D-8EED-45DFDBA6D3DD}"/>
    <dgm:cxn modelId="{7533FE76-745C-490D-B2CD-898B90089EC2}" type="presOf" srcId="{28B9C1CA-08A6-4677-ABAE-6CBEE403FBCC}" destId="{FF1EDB52-BA58-4BBD-BE6C-5460B36E4583}" srcOrd="0" destOrd="0" presId="urn:microsoft.com/office/officeart/2005/8/layout/default"/>
    <dgm:cxn modelId="{71FD1B7D-4E01-45F7-B815-FD6BA2FD004C}" srcId="{A6FF1D3E-F823-40F4-8E38-A30A08C22DDC}" destId="{EA2C2B89-8857-4C06-9424-C846B896441B}" srcOrd="7" destOrd="0" parTransId="{04745050-ACA2-4F47-BE6F-154227E43218}" sibTransId="{F73B91AF-CBD0-4A14-B88A-E4B036710B43}"/>
    <dgm:cxn modelId="{2AA39E82-E6CD-485C-9674-B9BEE29467C0}" type="presOf" srcId="{42B1B2A6-A967-47FA-A447-F501DFCA2287}" destId="{96354BF1-7DB6-407D-88A4-6E0575A9811C}" srcOrd="0" destOrd="0" presId="urn:microsoft.com/office/officeart/2005/8/layout/default"/>
    <dgm:cxn modelId="{9B08468C-9108-4D2F-B2F4-65BE65EC4B53}" type="presOf" srcId="{EA2C2B89-8857-4C06-9424-C846B896441B}" destId="{902AA66B-A9F7-4E3B-B700-46993702D228}" srcOrd="0" destOrd="0" presId="urn:microsoft.com/office/officeart/2005/8/layout/default"/>
    <dgm:cxn modelId="{60F71F8F-067E-48EF-ACCF-738DE46F69B8}" srcId="{A6FF1D3E-F823-40F4-8E38-A30A08C22DDC}" destId="{1955EB5A-2827-4378-B62F-1E335E7B46D0}" srcOrd="4" destOrd="0" parTransId="{399AB577-329C-4701-88FC-E008E2734A1E}" sibTransId="{5C01B843-2DB9-41F4-9C74-5F1D3260DB4A}"/>
    <dgm:cxn modelId="{8ACD1990-5215-4ED5-A713-0A8BB15C9025}" srcId="{A6FF1D3E-F823-40F4-8E38-A30A08C22DDC}" destId="{28B9C1CA-08A6-4677-ABAE-6CBEE403FBCC}" srcOrd="5" destOrd="0" parTransId="{832000D7-14B8-4064-8B18-B8F6E044B788}" sibTransId="{49F933E6-D7A6-4CB8-A9F4-793768DB85B4}"/>
    <dgm:cxn modelId="{8DA46DA9-90F7-4F25-B678-797DBB434C35}" type="presOf" srcId="{72DFF3B8-782C-4EFA-B377-9CF4F0BF3057}" destId="{8EE374BC-0974-4C2F-B542-B8637A0E3D62}" srcOrd="0" destOrd="0" presId="urn:microsoft.com/office/officeart/2005/8/layout/default"/>
    <dgm:cxn modelId="{84E347C9-FBB2-419E-9DE9-2024F8104838}" srcId="{A6FF1D3E-F823-40F4-8E38-A30A08C22DDC}" destId="{42B1B2A6-A967-47FA-A447-F501DFCA2287}" srcOrd="8" destOrd="0" parTransId="{9B5AC8ED-102A-4381-86E4-C86CF2D283E0}" sibTransId="{AF471EE3-8ECC-4155-AAD1-490AB066E42E}"/>
    <dgm:cxn modelId="{B433BDCC-7847-4B4A-8116-6122676044A9}" type="presOf" srcId="{1D73D320-B57A-4E09-A322-5F9A78597D3A}" destId="{EFDDDD0A-4CE4-45E2-82F6-82E05E2D2719}" srcOrd="0" destOrd="0" presId="urn:microsoft.com/office/officeart/2005/8/layout/default"/>
    <dgm:cxn modelId="{BC83BCF5-BB42-462A-9128-58F4AA15F9AB}" type="presOf" srcId="{A6FF1D3E-F823-40F4-8E38-A30A08C22DDC}" destId="{DCC61555-D1B5-44CA-9669-EDED904C1179}" srcOrd="0" destOrd="0" presId="urn:microsoft.com/office/officeart/2005/8/layout/default"/>
    <dgm:cxn modelId="{5115FCF6-1307-4D23-BB67-D942264CC40C}" type="presOf" srcId="{C1E3E97A-7219-49E5-9648-C5C35368A030}" destId="{B8F66DE2-8A40-4802-89E3-CA1B71D40B64}" srcOrd="0" destOrd="0" presId="urn:microsoft.com/office/officeart/2005/8/layout/default"/>
    <dgm:cxn modelId="{D391DBFB-7515-4BD5-8275-149683A45FE5}" type="presOf" srcId="{1955EB5A-2827-4378-B62F-1E335E7B46D0}" destId="{64DCD095-D179-4DA7-A555-6B523B1BF23C}" srcOrd="0" destOrd="0" presId="urn:microsoft.com/office/officeart/2005/8/layout/default"/>
    <dgm:cxn modelId="{31152EBE-C1D1-46B2-BA28-253A1369EFDC}" type="presParOf" srcId="{DCC61555-D1B5-44CA-9669-EDED904C1179}" destId="{F24570C4-BCB5-44A2-9054-EC48645970A7}" srcOrd="0" destOrd="0" presId="urn:microsoft.com/office/officeart/2005/8/layout/default"/>
    <dgm:cxn modelId="{30D19580-0A74-4101-8DA2-A78113D0E8D0}" type="presParOf" srcId="{DCC61555-D1B5-44CA-9669-EDED904C1179}" destId="{D02CE3BA-87A1-4AAF-A43D-283B0E5D5FCB}" srcOrd="1" destOrd="0" presId="urn:microsoft.com/office/officeart/2005/8/layout/default"/>
    <dgm:cxn modelId="{4420EC78-15C9-432F-9240-BE7D82703A3A}" type="presParOf" srcId="{DCC61555-D1B5-44CA-9669-EDED904C1179}" destId="{8EE374BC-0974-4C2F-B542-B8637A0E3D62}" srcOrd="2" destOrd="0" presId="urn:microsoft.com/office/officeart/2005/8/layout/default"/>
    <dgm:cxn modelId="{A25D6D6A-0EDA-44BB-A9D9-C208BB5E24C3}" type="presParOf" srcId="{DCC61555-D1B5-44CA-9669-EDED904C1179}" destId="{AFDCF4DB-98DC-4010-BC95-92FDB7C9C3A6}" srcOrd="3" destOrd="0" presId="urn:microsoft.com/office/officeart/2005/8/layout/default"/>
    <dgm:cxn modelId="{7C30A106-B634-4FC0-9E7C-6DCA611C8F23}" type="presParOf" srcId="{DCC61555-D1B5-44CA-9669-EDED904C1179}" destId="{B8F66DE2-8A40-4802-89E3-CA1B71D40B64}" srcOrd="4" destOrd="0" presId="urn:microsoft.com/office/officeart/2005/8/layout/default"/>
    <dgm:cxn modelId="{748D63EE-30DF-4EB6-BB8E-2CD6DBB97076}" type="presParOf" srcId="{DCC61555-D1B5-44CA-9669-EDED904C1179}" destId="{59DDBFF7-B592-435C-82A2-9CDE7D2E3BCF}" srcOrd="5" destOrd="0" presId="urn:microsoft.com/office/officeart/2005/8/layout/default"/>
    <dgm:cxn modelId="{45C345F9-FCB4-424E-8096-A1EA0F9766E3}" type="presParOf" srcId="{DCC61555-D1B5-44CA-9669-EDED904C1179}" destId="{ED375C14-3EFC-4BBE-B287-F7753C30C345}" srcOrd="6" destOrd="0" presId="urn:microsoft.com/office/officeart/2005/8/layout/default"/>
    <dgm:cxn modelId="{6672810A-1FD0-4133-BB61-6B66D8136A76}" type="presParOf" srcId="{DCC61555-D1B5-44CA-9669-EDED904C1179}" destId="{959785C2-BF6A-460F-9786-A9EE7CFC4B69}" srcOrd="7" destOrd="0" presId="urn:microsoft.com/office/officeart/2005/8/layout/default"/>
    <dgm:cxn modelId="{E4B2A73B-8C67-480A-8C24-A4A0C57C1597}" type="presParOf" srcId="{DCC61555-D1B5-44CA-9669-EDED904C1179}" destId="{64DCD095-D179-4DA7-A555-6B523B1BF23C}" srcOrd="8" destOrd="0" presId="urn:microsoft.com/office/officeart/2005/8/layout/default"/>
    <dgm:cxn modelId="{FDECB8BB-A15D-45E3-91A5-81E2A9F81C82}" type="presParOf" srcId="{DCC61555-D1B5-44CA-9669-EDED904C1179}" destId="{DBA0CF77-4921-4219-8E2A-180EF226D80C}" srcOrd="9" destOrd="0" presId="urn:microsoft.com/office/officeart/2005/8/layout/default"/>
    <dgm:cxn modelId="{35357C47-DDF9-4FD7-B274-1E45EA86F17C}" type="presParOf" srcId="{DCC61555-D1B5-44CA-9669-EDED904C1179}" destId="{FF1EDB52-BA58-4BBD-BE6C-5460B36E4583}" srcOrd="10" destOrd="0" presId="urn:microsoft.com/office/officeart/2005/8/layout/default"/>
    <dgm:cxn modelId="{24581B6A-A6E9-4E77-BE98-E695972AB0A8}" type="presParOf" srcId="{DCC61555-D1B5-44CA-9669-EDED904C1179}" destId="{0351DAC9-B667-4B1A-A692-D5BD358D11DE}" srcOrd="11" destOrd="0" presId="urn:microsoft.com/office/officeart/2005/8/layout/default"/>
    <dgm:cxn modelId="{1BC72E10-3316-4EF9-8E2D-5E1CDE44BEB9}" type="presParOf" srcId="{DCC61555-D1B5-44CA-9669-EDED904C1179}" destId="{F5DE4F63-2D94-4091-90F6-B583125F5EA8}" srcOrd="12" destOrd="0" presId="urn:microsoft.com/office/officeart/2005/8/layout/default"/>
    <dgm:cxn modelId="{A54A2502-6893-4C0F-AA2E-9166B982F6DC}" type="presParOf" srcId="{DCC61555-D1B5-44CA-9669-EDED904C1179}" destId="{C71EC7AB-391B-449A-AD85-0FC812AEB66D}" srcOrd="13" destOrd="0" presId="urn:microsoft.com/office/officeart/2005/8/layout/default"/>
    <dgm:cxn modelId="{94996E1E-8615-4C82-9740-0440D569C34C}" type="presParOf" srcId="{DCC61555-D1B5-44CA-9669-EDED904C1179}" destId="{902AA66B-A9F7-4E3B-B700-46993702D228}" srcOrd="14" destOrd="0" presId="urn:microsoft.com/office/officeart/2005/8/layout/default"/>
    <dgm:cxn modelId="{3A8E7332-BB4C-4B6D-96C8-DA7005C7EDBE}" type="presParOf" srcId="{DCC61555-D1B5-44CA-9669-EDED904C1179}" destId="{8F54FA0A-020B-4955-BB25-491F317278DF}" srcOrd="15" destOrd="0" presId="urn:microsoft.com/office/officeart/2005/8/layout/default"/>
    <dgm:cxn modelId="{0FFD324E-F6A9-48D6-88F7-2EBC75201CCF}" type="presParOf" srcId="{DCC61555-D1B5-44CA-9669-EDED904C1179}" destId="{96354BF1-7DB6-407D-88A4-6E0575A9811C}" srcOrd="16" destOrd="0" presId="urn:microsoft.com/office/officeart/2005/8/layout/default"/>
    <dgm:cxn modelId="{E928661A-2011-4817-8F8D-2EAE1C2D9770}" type="presParOf" srcId="{DCC61555-D1B5-44CA-9669-EDED904C1179}" destId="{029679C6-EFAB-4871-A617-CF90B1E0D2CC}" srcOrd="17" destOrd="0" presId="urn:microsoft.com/office/officeart/2005/8/layout/default"/>
    <dgm:cxn modelId="{A9354290-6CA8-417B-80FE-862F4251006E}" type="presParOf" srcId="{DCC61555-D1B5-44CA-9669-EDED904C1179}" destId="{08592084-58F6-48FB-83F3-AA2BBD502716}" srcOrd="18" destOrd="0" presId="urn:microsoft.com/office/officeart/2005/8/layout/default"/>
    <dgm:cxn modelId="{04F99C46-3002-4F79-B7C8-0A73B7E025E3}" type="presParOf" srcId="{DCC61555-D1B5-44CA-9669-EDED904C1179}" destId="{E4D88252-133F-47CB-85C0-45BF8E47A206}" srcOrd="19" destOrd="0" presId="urn:microsoft.com/office/officeart/2005/8/layout/default"/>
    <dgm:cxn modelId="{408A0430-114F-4EAC-913E-C387E7108AC7}" type="presParOf" srcId="{DCC61555-D1B5-44CA-9669-EDED904C1179}" destId="{EFDDDD0A-4CE4-45E2-82F6-82E05E2D2719}"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F0989E-D980-420F-B02F-3DE65139092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6172912-80BD-43FD-8AEC-B7523820648A}">
      <dgm:prSet/>
      <dgm:spPr/>
      <dgm:t>
        <a:bodyPr/>
        <a:lstStyle/>
        <a:p>
          <a:r>
            <a:rPr lang="en-US"/>
            <a:t>Step 1:- IMPORT LIBRARIES </a:t>
          </a:r>
        </a:p>
      </dgm:t>
    </dgm:pt>
    <dgm:pt modelId="{C9D388C0-AF89-4F7B-9940-4FB4A3E63F21}" type="parTrans" cxnId="{2F3D40C5-7AD2-4613-9611-F89D2293A226}">
      <dgm:prSet/>
      <dgm:spPr/>
      <dgm:t>
        <a:bodyPr/>
        <a:lstStyle/>
        <a:p>
          <a:endParaRPr lang="en-US"/>
        </a:p>
      </dgm:t>
    </dgm:pt>
    <dgm:pt modelId="{480B5917-CBA2-461D-A16D-1C73A84C01B1}" type="sibTrans" cxnId="{2F3D40C5-7AD2-4613-9611-F89D2293A226}">
      <dgm:prSet/>
      <dgm:spPr/>
      <dgm:t>
        <a:bodyPr/>
        <a:lstStyle/>
        <a:p>
          <a:endParaRPr lang="en-US"/>
        </a:p>
      </dgm:t>
    </dgm:pt>
    <dgm:pt modelId="{0A7D4275-8C11-4C12-B372-7678299570A2}">
      <dgm:prSet/>
      <dgm:spPr/>
      <dgm:t>
        <a:bodyPr/>
        <a:lstStyle/>
        <a:p>
          <a:r>
            <a:rPr lang="en-US"/>
            <a:t>import csv      # CSV file handling </a:t>
          </a:r>
        </a:p>
      </dgm:t>
    </dgm:pt>
    <dgm:pt modelId="{CB24B556-85FD-4DBD-ADEA-CDFDC8F376A4}" type="parTrans" cxnId="{DCD11BCF-8AB5-45B7-AAE3-9CF717A52B82}">
      <dgm:prSet/>
      <dgm:spPr/>
      <dgm:t>
        <a:bodyPr/>
        <a:lstStyle/>
        <a:p>
          <a:endParaRPr lang="en-US"/>
        </a:p>
      </dgm:t>
    </dgm:pt>
    <dgm:pt modelId="{603EF0C1-9FE4-4DCB-B82D-006D5942B042}" type="sibTrans" cxnId="{DCD11BCF-8AB5-45B7-AAE3-9CF717A52B82}">
      <dgm:prSet/>
      <dgm:spPr/>
      <dgm:t>
        <a:bodyPr/>
        <a:lstStyle/>
        <a:p>
          <a:endParaRPr lang="en-US"/>
        </a:p>
      </dgm:t>
    </dgm:pt>
    <dgm:pt modelId="{7F61B543-01A1-41B4-A0E1-7D6A6DB67AE3}">
      <dgm:prSet/>
      <dgm:spPr/>
      <dgm:t>
        <a:bodyPr/>
        <a:lstStyle/>
        <a:p>
          <a:r>
            <a:rPr lang="en-US"/>
            <a:t>import requests     # HTTP requests :-web scraping or interacting with web</a:t>
          </a:r>
        </a:p>
      </dgm:t>
    </dgm:pt>
    <dgm:pt modelId="{98BE6617-5FB1-43F5-82EF-C21BCDDB9C6E}" type="parTrans" cxnId="{ACCBCC8C-691A-47C2-8138-8FBD6BA1CB1D}">
      <dgm:prSet/>
      <dgm:spPr/>
      <dgm:t>
        <a:bodyPr/>
        <a:lstStyle/>
        <a:p>
          <a:endParaRPr lang="en-US"/>
        </a:p>
      </dgm:t>
    </dgm:pt>
    <dgm:pt modelId="{F60CAF62-40F8-4D96-9D52-42E3155F30EF}" type="sibTrans" cxnId="{ACCBCC8C-691A-47C2-8138-8FBD6BA1CB1D}">
      <dgm:prSet/>
      <dgm:spPr/>
      <dgm:t>
        <a:bodyPr/>
        <a:lstStyle/>
        <a:p>
          <a:endParaRPr lang="en-US"/>
        </a:p>
      </dgm:t>
    </dgm:pt>
    <dgm:pt modelId="{E687CAA2-6AC6-4827-8075-5E351DD3498D}">
      <dgm:prSet/>
      <dgm:spPr/>
      <dgm:t>
        <a:bodyPr/>
        <a:lstStyle/>
        <a:p>
          <a:r>
            <a:rPr lang="en-US"/>
            <a:t>import pandas as pd     # Data manipulation using pandas.</a:t>
          </a:r>
        </a:p>
      </dgm:t>
    </dgm:pt>
    <dgm:pt modelId="{A8C75AA1-87B2-4E68-B443-C348059C1F5D}" type="parTrans" cxnId="{725D6E08-903A-48F4-902D-CC7229AA0349}">
      <dgm:prSet/>
      <dgm:spPr/>
      <dgm:t>
        <a:bodyPr/>
        <a:lstStyle/>
        <a:p>
          <a:endParaRPr lang="en-US"/>
        </a:p>
      </dgm:t>
    </dgm:pt>
    <dgm:pt modelId="{213932F0-3BF9-4677-AC4D-2F547CCE2E45}" type="sibTrans" cxnId="{725D6E08-903A-48F4-902D-CC7229AA0349}">
      <dgm:prSet/>
      <dgm:spPr/>
      <dgm:t>
        <a:bodyPr/>
        <a:lstStyle/>
        <a:p>
          <a:endParaRPr lang="en-US"/>
        </a:p>
      </dgm:t>
    </dgm:pt>
    <dgm:pt modelId="{D0F39771-3843-400E-8754-03CDF924FD6D}">
      <dgm:prSet/>
      <dgm:spPr/>
      <dgm:t>
        <a:bodyPr/>
        <a:lstStyle/>
        <a:p>
          <a:r>
            <a:rPr lang="en-US"/>
            <a:t>from bs4 import Beautiful Soup      # HTML parsing using Beautifulsoup :-pulling data out of HTML and XML files and searching and modifying phrase tree</a:t>
          </a:r>
        </a:p>
      </dgm:t>
    </dgm:pt>
    <dgm:pt modelId="{717F3956-1DF8-4A62-8EFC-600F9FC194C5}" type="parTrans" cxnId="{3D68563C-A635-428E-B01F-1871770EA2FA}">
      <dgm:prSet/>
      <dgm:spPr/>
      <dgm:t>
        <a:bodyPr/>
        <a:lstStyle/>
        <a:p>
          <a:endParaRPr lang="en-US"/>
        </a:p>
      </dgm:t>
    </dgm:pt>
    <dgm:pt modelId="{35F4EC61-5750-4A33-B02D-9E7DA1086A9C}" type="sibTrans" cxnId="{3D68563C-A635-428E-B01F-1871770EA2FA}">
      <dgm:prSet/>
      <dgm:spPr/>
      <dgm:t>
        <a:bodyPr/>
        <a:lstStyle/>
        <a:p>
          <a:endParaRPr lang="en-US"/>
        </a:p>
      </dgm:t>
    </dgm:pt>
    <dgm:pt modelId="{0B4335E6-BACB-40E3-AE56-430099CD2BF0}" type="pres">
      <dgm:prSet presAssocID="{6BF0989E-D980-420F-B02F-3DE651390924}" presName="vert0" presStyleCnt="0">
        <dgm:presLayoutVars>
          <dgm:dir/>
          <dgm:animOne val="branch"/>
          <dgm:animLvl val="lvl"/>
        </dgm:presLayoutVars>
      </dgm:prSet>
      <dgm:spPr/>
    </dgm:pt>
    <dgm:pt modelId="{A5377709-3616-4E32-BF90-909C03123955}" type="pres">
      <dgm:prSet presAssocID="{C6172912-80BD-43FD-8AEC-B7523820648A}" presName="thickLine" presStyleLbl="alignNode1" presStyleIdx="0" presStyleCnt="5"/>
      <dgm:spPr/>
    </dgm:pt>
    <dgm:pt modelId="{F10BA4C4-6CB0-43A1-9715-277AADE76499}" type="pres">
      <dgm:prSet presAssocID="{C6172912-80BD-43FD-8AEC-B7523820648A}" presName="horz1" presStyleCnt="0"/>
      <dgm:spPr/>
    </dgm:pt>
    <dgm:pt modelId="{D1A6404C-1DA1-4A77-9979-CF533D4A660C}" type="pres">
      <dgm:prSet presAssocID="{C6172912-80BD-43FD-8AEC-B7523820648A}" presName="tx1" presStyleLbl="revTx" presStyleIdx="0" presStyleCnt="5"/>
      <dgm:spPr/>
    </dgm:pt>
    <dgm:pt modelId="{1F562EA7-6990-4A1E-AD02-638197CDEAF2}" type="pres">
      <dgm:prSet presAssocID="{C6172912-80BD-43FD-8AEC-B7523820648A}" presName="vert1" presStyleCnt="0"/>
      <dgm:spPr/>
    </dgm:pt>
    <dgm:pt modelId="{089205EF-3496-470A-9DB0-7C28EC55F6EF}" type="pres">
      <dgm:prSet presAssocID="{0A7D4275-8C11-4C12-B372-7678299570A2}" presName="thickLine" presStyleLbl="alignNode1" presStyleIdx="1" presStyleCnt="5"/>
      <dgm:spPr/>
    </dgm:pt>
    <dgm:pt modelId="{1C89CE47-5979-44E1-BCF1-C7D5A3F2A5A7}" type="pres">
      <dgm:prSet presAssocID="{0A7D4275-8C11-4C12-B372-7678299570A2}" presName="horz1" presStyleCnt="0"/>
      <dgm:spPr/>
    </dgm:pt>
    <dgm:pt modelId="{BA2899A7-F03E-42AE-AD3B-C686CBAB9C16}" type="pres">
      <dgm:prSet presAssocID="{0A7D4275-8C11-4C12-B372-7678299570A2}" presName="tx1" presStyleLbl="revTx" presStyleIdx="1" presStyleCnt="5"/>
      <dgm:spPr/>
    </dgm:pt>
    <dgm:pt modelId="{8DED29E6-A926-4211-AC74-2DAF7E6A39BF}" type="pres">
      <dgm:prSet presAssocID="{0A7D4275-8C11-4C12-B372-7678299570A2}" presName="vert1" presStyleCnt="0"/>
      <dgm:spPr/>
    </dgm:pt>
    <dgm:pt modelId="{F1568DB4-302B-42A6-AD42-CBD4EAF982C2}" type="pres">
      <dgm:prSet presAssocID="{7F61B543-01A1-41B4-A0E1-7D6A6DB67AE3}" presName="thickLine" presStyleLbl="alignNode1" presStyleIdx="2" presStyleCnt="5"/>
      <dgm:spPr/>
    </dgm:pt>
    <dgm:pt modelId="{029822FD-B90D-42B4-9644-4A0C41943E34}" type="pres">
      <dgm:prSet presAssocID="{7F61B543-01A1-41B4-A0E1-7D6A6DB67AE3}" presName="horz1" presStyleCnt="0"/>
      <dgm:spPr/>
    </dgm:pt>
    <dgm:pt modelId="{0C90CB2E-470C-4FA1-A538-1641B5F479AC}" type="pres">
      <dgm:prSet presAssocID="{7F61B543-01A1-41B4-A0E1-7D6A6DB67AE3}" presName="tx1" presStyleLbl="revTx" presStyleIdx="2" presStyleCnt="5"/>
      <dgm:spPr/>
    </dgm:pt>
    <dgm:pt modelId="{9CF5D90B-2C53-47B8-A52A-1768558F0070}" type="pres">
      <dgm:prSet presAssocID="{7F61B543-01A1-41B4-A0E1-7D6A6DB67AE3}" presName="vert1" presStyleCnt="0"/>
      <dgm:spPr/>
    </dgm:pt>
    <dgm:pt modelId="{A858D147-580A-46BE-BFC7-BD4784A78163}" type="pres">
      <dgm:prSet presAssocID="{E687CAA2-6AC6-4827-8075-5E351DD3498D}" presName="thickLine" presStyleLbl="alignNode1" presStyleIdx="3" presStyleCnt="5"/>
      <dgm:spPr/>
    </dgm:pt>
    <dgm:pt modelId="{52BCD46E-E339-4627-B9ED-A5AF98896C73}" type="pres">
      <dgm:prSet presAssocID="{E687CAA2-6AC6-4827-8075-5E351DD3498D}" presName="horz1" presStyleCnt="0"/>
      <dgm:spPr/>
    </dgm:pt>
    <dgm:pt modelId="{D6032808-7B5B-4EC3-ABA5-3B5711BA2238}" type="pres">
      <dgm:prSet presAssocID="{E687CAA2-6AC6-4827-8075-5E351DD3498D}" presName="tx1" presStyleLbl="revTx" presStyleIdx="3" presStyleCnt="5"/>
      <dgm:spPr/>
    </dgm:pt>
    <dgm:pt modelId="{17C1C69E-3A85-47B5-9846-7961ACEA7FF2}" type="pres">
      <dgm:prSet presAssocID="{E687CAA2-6AC6-4827-8075-5E351DD3498D}" presName="vert1" presStyleCnt="0"/>
      <dgm:spPr/>
    </dgm:pt>
    <dgm:pt modelId="{FCC2889D-998B-4881-A1C7-5545A02EAA16}" type="pres">
      <dgm:prSet presAssocID="{D0F39771-3843-400E-8754-03CDF924FD6D}" presName="thickLine" presStyleLbl="alignNode1" presStyleIdx="4" presStyleCnt="5"/>
      <dgm:spPr/>
    </dgm:pt>
    <dgm:pt modelId="{37BF037E-3C02-417E-9BE6-CBBC9A4720F4}" type="pres">
      <dgm:prSet presAssocID="{D0F39771-3843-400E-8754-03CDF924FD6D}" presName="horz1" presStyleCnt="0"/>
      <dgm:spPr/>
    </dgm:pt>
    <dgm:pt modelId="{55D4F985-270E-4563-9655-B99F776174FF}" type="pres">
      <dgm:prSet presAssocID="{D0F39771-3843-400E-8754-03CDF924FD6D}" presName="tx1" presStyleLbl="revTx" presStyleIdx="4" presStyleCnt="5"/>
      <dgm:spPr/>
    </dgm:pt>
    <dgm:pt modelId="{AC4DA47B-E446-4354-8049-7D8CF7FCFAEA}" type="pres">
      <dgm:prSet presAssocID="{D0F39771-3843-400E-8754-03CDF924FD6D}" presName="vert1" presStyleCnt="0"/>
      <dgm:spPr/>
    </dgm:pt>
  </dgm:ptLst>
  <dgm:cxnLst>
    <dgm:cxn modelId="{725D6E08-903A-48F4-902D-CC7229AA0349}" srcId="{6BF0989E-D980-420F-B02F-3DE651390924}" destId="{E687CAA2-6AC6-4827-8075-5E351DD3498D}" srcOrd="3" destOrd="0" parTransId="{A8C75AA1-87B2-4E68-B443-C348059C1F5D}" sibTransId="{213932F0-3BF9-4677-AC4D-2F547CCE2E45}"/>
    <dgm:cxn modelId="{3D68563C-A635-428E-B01F-1871770EA2FA}" srcId="{6BF0989E-D980-420F-B02F-3DE651390924}" destId="{D0F39771-3843-400E-8754-03CDF924FD6D}" srcOrd="4" destOrd="0" parTransId="{717F3956-1DF8-4A62-8EFC-600F9FC194C5}" sibTransId="{35F4EC61-5750-4A33-B02D-9E7DA1086A9C}"/>
    <dgm:cxn modelId="{901D6F44-33D9-4B95-8B9A-23A53689335B}" type="presOf" srcId="{C6172912-80BD-43FD-8AEC-B7523820648A}" destId="{D1A6404C-1DA1-4A77-9979-CF533D4A660C}" srcOrd="0" destOrd="0" presId="urn:microsoft.com/office/officeart/2008/layout/LinedList"/>
    <dgm:cxn modelId="{55098D78-7084-4898-A34D-DAB5D67F16E7}" type="presOf" srcId="{D0F39771-3843-400E-8754-03CDF924FD6D}" destId="{55D4F985-270E-4563-9655-B99F776174FF}" srcOrd="0" destOrd="0" presId="urn:microsoft.com/office/officeart/2008/layout/LinedList"/>
    <dgm:cxn modelId="{ACCBCC8C-691A-47C2-8138-8FBD6BA1CB1D}" srcId="{6BF0989E-D980-420F-B02F-3DE651390924}" destId="{7F61B543-01A1-41B4-A0E1-7D6A6DB67AE3}" srcOrd="2" destOrd="0" parTransId="{98BE6617-5FB1-43F5-82EF-C21BCDDB9C6E}" sibTransId="{F60CAF62-40F8-4D96-9D52-42E3155F30EF}"/>
    <dgm:cxn modelId="{191D99AD-34F9-4659-B654-5BA3F4CE637E}" type="presOf" srcId="{6BF0989E-D980-420F-B02F-3DE651390924}" destId="{0B4335E6-BACB-40E3-AE56-430099CD2BF0}" srcOrd="0" destOrd="0" presId="urn:microsoft.com/office/officeart/2008/layout/LinedList"/>
    <dgm:cxn modelId="{2F3D40C5-7AD2-4613-9611-F89D2293A226}" srcId="{6BF0989E-D980-420F-B02F-3DE651390924}" destId="{C6172912-80BD-43FD-8AEC-B7523820648A}" srcOrd="0" destOrd="0" parTransId="{C9D388C0-AF89-4F7B-9940-4FB4A3E63F21}" sibTransId="{480B5917-CBA2-461D-A16D-1C73A84C01B1}"/>
    <dgm:cxn modelId="{52B81CC8-DF7E-42A7-A148-CB742A9EF73B}" type="presOf" srcId="{E687CAA2-6AC6-4827-8075-5E351DD3498D}" destId="{D6032808-7B5B-4EC3-ABA5-3B5711BA2238}" srcOrd="0" destOrd="0" presId="urn:microsoft.com/office/officeart/2008/layout/LinedList"/>
    <dgm:cxn modelId="{00BCF2CD-32C3-4A7C-B431-8E088729D64C}" type="presOf" srcId="{0A7D4275-8C11-4C12-B372-7678299570A2}" destId="{BA2899A7-F03E-42AE-AD3B-C686CBAB9C16}" srcOrd="0" destOrd="0" presId="urn:microsoft.com/office/officeart/2008/layout/LinedList"/>
    <dgm:cxn modelId="{DCD11BCF-8AB5-45B7-AAE3-9CF717A52B82}" srcId="{6BF0989E-D980-420F-B02F-3DE651390924}" destId="{0A7D4275-8C11-4C12-B372-7678299570A2}" srcOrd="1" destOrd="0" parTransId="{CB24B556-85FD-4DBD-ADEA-CDFDC8F376A4}" sibTransId="{603EF0C1-9FE4-4DCB-B82D-006D5942B042}"/>
    <dgm:cxn modelId="{15BCDDE6-EBE7-4E64-AEF4-3A563D6C192A}" type="presOf" srcId="{7F61B543-01A1-41B4-A0E1-7D6A6DB67AE3}" destId="{0C90CB2E-470C-4FA1-A538-1641B5F479AC}" srcOrd="0" destOrd="0" presId="urn:microsoft.com/office/officeart/2008/layout/LinedList"/>
    <dgm:cxn modelId="{294A53D1-95AA-4ACB-9251-E09DB9CB0BA7}" type="presParOf" srcId="{0B4335E6-BACB-40E3-AE56-430099CD2BF0}" destId="{A5377709-3616-4E32-BF90-909C03123955}" srcOrd="0" destOrd="0" presId="urn:microsoft.com/office/officeart/2008/layout/LinedList"/>
    <dgm:cxn modelId="{A4289CAF-0A14-4DCF-9E3A-11C50225E948}" type="presParOf" srcId="{0B4335E6-BACB-40E3-AE56-430099CD2BF0}" destId="{F10BA4C4-6CB0-43A1-9715-277AADE76499}" srcOrd="1" destOrd="0" presId="urn:microsoft.com/office/officeart/2008/layout/LinedList"/>
    <dgm:cxn modelId="{8E878119-A3FE-48F2-8B8C-DBFCFE352613}" type="presParOf" srcId="{F10BA4C4-6CB0-43A1-9715-277AADE76499}" destId="{D1A6404C-1DA1-4A77-9979-CF533D4A660C}" srcOrd="0" destOrd="0" presId="urn:microsoft.com/office/officeart/2008/layout/LinedList"/>
    <dgm:cxn modelId="{2D21387D-C04E-4B77-8E9B-06B48798B93A}" type="presParOf" srcId="{F10BA4C4-6CB0-43A1-9715-277AADE76499}" destId="{1F562EA7-6990-4A1E-AD02-638197CDEAF2}" srcOrd="1" destOrd="0" presId="urn:microsoft.com/office/officeart/2008/layout/LinedList"/>
    <dgm:cxn modelId="{13571D86-7B64-4CEA-87EE-BE734F6DF8AF}" type="presParOf" srcId="{0B4335E6-BACB-40E3-AE56-430099CD2BF0}" destId="{089205EF-3496-470A-9DB0-7C28EC55F6EF}" srcOrd="2" destOrd="0" presId="urn:microsoft.com/office/officeart/2008/layout/LinedList"/>
    <dgm:cxn modelId="{0D680564-B753-4891-942D-B23B33527BA2}" type="presParOf" srcId="{0B4335E6-BACB-40E3-AE56-430099CD2BF0}" destId="{1C89CE47-5979-44E1-BCF1-C7D5A3F2A5A7}" srcOrd="3" destOrd="0" presId="urn:microsoft.com/office/officeart/2008/layout/LinedList"/>
    <dgm:cxn modelId="{0E500FC9-8911-4A3E-A525-91F5EC8AECC9}" type="presParOf" srcId="{1C89CE47-5979-44E1-BCF1-C7D5A3F2A5A7}" destId="{BA2899A7-F03E-42AE-AD3B-C686CBAB9C16}" srcOrd="0" destOrd="0" presId="urn:microsoft.com/office/officeart/2008/layout/LinedList"/>
    <dgm:cxn modelId="{A252B8A8-9F9F-46B7-8823-72D81A9674F3}" type="presParOf" srcId="{1C89CE47-5979-44E1-BCF1-C7D5A3F2A5A7}" destId="{8DED29E6-A926-4211-AC74-2DAF7E6A39BF}" srcOrd="1" destOrd="0" presId="urn:microsoft.com/office/officeart/2008/layout/LinedList"/>
    <dgm:cxn modelId="{148D6651-CE29-472D-824E-74885605852B}" type="presParOf" srcId="{0B4335E6-BACB-40E3-AE56-430099CD2BF0}" destId="{F1568DB4-302B-42A6-AD42-CBD4EAF982C2}" srcOrd="4" destOrd="0" presId="urn:microsoft.com/office/officeart/2008/layout/LinedList"/>
    <dgm:cxn modelId="{D286759C-B59E-467C-AECC-B831DC13DB58}" type="presParOf" srcId="{0B4335E6-BACB-40E3-AE56-430099CD2BF0}" destId="{029822FD-B90D-42B4-9644-4A0C41943E34}" srcOrd="5" destOrd="0" presId="urn:microsoft.com/office/officeart/2008/layout/LinedList"/>
    <dgm:cxn modelId="{FD708BA5-C0F8-4DE8-BA60-19317B2C16ED}" type="presParOf" srcId="{029822FD-B90D-42B4-9644-4A0C41943E34}" destId="{0C90CB2E-470C-4FA1-A538-1641B5F479AC}" srcOrd="0" destOrd="0" presId="urn:microsoft.com/office/officeart/2008/layout/LinedList"/>
    <dgm:cxn modelId="{5DC6748E-25A3-4391-B836-312FD6A810A4}" type="presParOf" srcId="{029822FD-B90D-42B4-9644-4A0C41943E34}" destId="{9CF5D90B-2C53-47B8-A52A-1768558F0070}" srcOrd="1" destOrd="0" presId="urn:microsoft.com/office/officeart/2008/layout/LinedList"/>
    <dgm:cxn modelId="{A9D18818-8E70-4D06-B0E9-5CB43593C6E6}" type="presParOf" srcId="{0B4335E6-BACB-40E3-AE56-430099CD2BF0}" destId="{A858D147-580A-46BE-BFC7-BD4784A78163}" srcOrd="6" destOrd="0" presId="urn:microsoft.com/office/officeart/2008/layout/LinedList"/>
    <dgm:cxn modelId="{439BDC7D-751A-4AB6-9588-E43E7E0EB308}" type="presParOf" srcId="{0B4335E6-BACB-40E3-AE56-430099CD2BF0}" destId="{52BCD46E-E339-4627-B9ED-A5AF98896C73}" srcOrd="7" destOrd="0" presId="urn:microsoft.com/office/officeart/2008/layout/LinedList"/>
    <dgm:cxn modelId="{61C07585-A17E-4618-8B06-A487E9DDA38D}" type="presParOf" srcId="{52BCD46E-E339-4627-B9ED-A5AF98896C73}" destId="{D6032808-7B5B-4EC3-ABA5-3B5711BA2238}" srcOrd="0" destOrd="0" presId="urn:microsoft.com/office/officeart/2008/layout/LinedList"/>
    <dgm:cxn modelId="{BF8993C4-E8A2-4B58-A642-5B0C4C5737BB}" type="presParOf" srcId="{52BCD46E-E339-4627-B9ED-A5AF98896C73}" destId="{17C1C69E-3A85-47B5-9846-7961ACEA7FF2}" srcOrd="1" destOrd="0" presId="urn:microsoft.com/office/officeart/2008/layout/LinedList"/>
    <dgm:cxn modelId="{176FC1B4-F2A5-4B52-8B2B-964E828000EE}" type="presParOf" srcId="{0B4335E6-BACB-40E3-AE56-430099CD2BF0}" destId="{FCC2889D-998B-4881-A1C7-5545A02EAA16}" srcOrd="8" destOrd="0" presId="urn:microsoft.com/office/officeart/2008/layout/LinedList"/>
    <dgm:cxn modelId="{C211819C-BE2D-4850-B053-AC3EA6C0F766}" type="presParOf" srcId="{0B4335E6-BACB-40E3-AE56-430099CD2BF0}" destId="{37BF037E-3C02-417E-9BE6-CBBC9A4720F4}" srcOrd="9" destOrd="0" presId="urn:microsoft.com/office/officeart/2008/layout/LinedList"/>
    <dgm:cxn modelId="{D4AE8D0B-1AC9-4A54-9D54-437B171B68F7}" type="presParOf" srcId="{37BF037E-3C02-417E-9BE6-CBBC9A4720F4}" destId="{55D4F985-270E-4563-9655-B99F776174FF}" srcOrd="0" destOrd="0" presId="urn:microsoft.com/office/officeart/2008/layout/LinedList"/>
    <dgm:cxn modelId="{7CA6453C-E9D4-4544-9DA2-2AC80B9E456A}" type="presParOf" srcId="{37BF037E-3C02-417E-9BE6-CBBC9A4720F4}" destId="{AC4DA47B-E446-4354-8049-7D8CF7FCFAE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3B8DE5A-122A-4CBA-B9DA-D678C45F44E9}"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4A07844F-6850-448E-B110-74A239F40E4C}">
      <dgm:prSet/>
      <dgm:spPr/>
      <dgm:t>
        <a:bodyPr/>
        <a:lstStyle/>
        <a:p>
          <a:r>
            <a:rPr lang="en-IN"/>
            <a:t># Check if the request was successful (status code 200)</a:t>
          </a:r>
          <a:endParaRPr lang="en-US"/>
        </a:p>
      </dgm:t>
    </dgm:pt>
    <dgm:pt modelId="{9A637AA4-86F7-4ED5-B190-D2DBA629D63B}" type="parTrans" cxnId="{0D025126-57B8-4C4F-B3DD-6EC7E3193CA1}">
      <dgm:prSet/>
      <dgm:spPr/>
      <dgm:t>
        <a:bodyPr/>
        <a:lstStyle/>
        <a:p>
          <a:endParaRPr lang="en-US"/>
        </a:p>
      </dgm:t>
    </dgm:pt>
    <dgm:pt modelId="{0ED412DE-DAA2-470C-83C2-F4B688EEC287}" type="sibTrans" cxnId="{0D025126-57B8-4C4F-B3DD-6EC7E3193CA1}">
      <dgm:prSet/>
      <dgm:spPr/>
      <dgm:t>
        <a:bodyPr/>
        <a:lstStyle/>
        <a:p>
          <a:endParaRPr lang="en-US"/>
        </a:p>
      </dgm:t>
    </dgm:pt>
    <dgm:pt modelId="{FF194738-B52A-4F5B-9760-42658CC4A47A}">
      <dgm:prSet/>
      <dgm:spPr/>
      <dgm:t>
        <a:bodyPr/>
        <a:lstStyle/>
        <a:p>
          <a:r>
            <a:rPr lang="en-IN"/>
            <a:t>if res.status_code == 200:</a:t>
          </a:r>
          <a:endParaRPr lang="en-US"/>
        </a:p>
      </dgm:t>
    </dgm:pt>
    <dgm:pt modelId="{85452165-9998-490A-9213-360E4F9C8479}" type="parTrans" cxnId="{FF61322C-6DCD-4E42-BD9D-319975187E15}">
      <dgm:prSet/>
      <dgm:spPr/>
      <dgm:t>
        <a:bodyPr/>
        <a:lstStyle/>
        <a:p>
          <a:endParaRPr lang="en-US"/>
        </a:p>
      </dgm:t>
    </dgm:pt>
    <dgm:pt modelId="{77A30B84-B457-45B8-9437-EF89C1F2B105}" type="sibTrans" cxnId="{FF61322C-6DCD-4E42-BD9D-319975187E15}">
      <dgm:prSet/>
      <dgm:spPr/>
      <dgm:t>
        <a:bodyPr/>
        <a:lstStyle/>
        <a:p>
          <a:endParaRPr lang="en-US"/>
        </a:p>
      </dgm:t>
    </dgm:pt>
    <dgm:pt modelId="{5F99449B-6A08-4D0F-BEB5-A5EF9C700665}">
      <dgm:prSet/>
      <dgm:spPr/>
      <dgm:t>
        <a:bodyPr/>
        <a:lstStyle/>
        <a:p>
          <a:r>
            <a:rPr lang="en-IN"/>
            <a:t>print("Access Granted. Status Code:", res.status_com</a:t>
          </a:r>
          <a:endParaRPr lang="en-US"/>
        </a:p>
      </dgm:t>
    </dgm:pt>
    <dgm:pt modelId="{0AE40AED-01A5-4161-BF9E-041614219A98}" type="parTrans" cxnId="{E9AC56CA-DCBA-41F7-8FEA-0B96E5AB2ABF}">
      <dgm:prSet/>
      <dgm:spPr/>
      <dgm:t>
        <a:bodyPr/>
        <a:lstStyle/>
        <a:p>
          <a:endParaRPr lang="en-US"/>
        </a:p>
      </dgm:t>
    </dgm:pt>
    <dgm:pt modelId="{6321A95C-72B4-426B-A868-62D0699D9C06}" type="sibTrans" cxnId="{E9AC56CA-DCBA-41F7-8FEA-0B96E5AB2ABF}">
      <dgm:prSet/>
      <dgm:spPr/>
      <dgm:t>
        <a:bodyPr/>
        <a:lstStyle/>
        <a:p>
          <a:endParaRPr lang="en-US"/>
        </a:p>
      </dgm:t>
    </dgm:pt>
    <dgm:pt modelId="{6B295611-22A8-42DD-95E6-58A51DB24F2D}">
      <dgm:prSet/>
      <dgm:spPr/>
      <dgm:t>
        <a:bodyPr/>
        <a:lstStyle/>
        <a:p>
          <a:r>
            <a:rPr lang="en-IN"/>
            <a:t>else:</a:t>
          </a:r>
          <a:endParaRPr lang="en-US"/>
        </a:p>
      </dgm:t>
    </dgm:pt>
    <dgm:pt modelId="{07AC16CA-A184-4F50-9C0A-3A5814B5BF7C}" type="parTrans" cxnId="{E5D28C98-D77A-4119-8514-339DF233E3B7}">
      <dgm:prSet/>
      <dgm:spPr/>
      <dgm:t>
        <a:bodyPr/>
        <a:lstStyle/>
        <a:p>
          <a:endParaRPr lang="en-US"/>
        </a:p>
      </dgm:t>
    </dgm:pt>
    <dgm:pt modelId="{EE97CC29-7D4F-4953-9B3B-878C5848F105}" type="sibTrans" cxnId="{E5D28C98-D77A-4119-8514-339DF233E3B7}">
      <dgm:prSet/>
      <dgm:spPr/>
      <dgm:t>
        <a:bodyPr/>
        <a:lstStyle/>
        <a:p>
          <a:endParaRPr lang="en-US"/>
        </a:p>
      </dgm:t>
    </dgm:pt>
    <dgm:pt modelId="{6E8416BE-FFA4-433F-AD6E-48C41D2F89FD}">
      <dgm:prSet/>
      <dgm:spPr/>
      <dgm:t>
        <a:bodyPr/>
        <a:lstStyle/>
        <a:p>
          <a:r>
            <a:rPr lang="en-IN"/>
            <a:t>print("unexpected Status Code:", resp.status_code)</a:t>
          </a:r>
          <a:endParaRPr lang="en-US"/>
        </a:p>
      </dgm:t>
    </dgm:pt>
    <dgm:pt modelId="{3E5FDEEC-4785-48E1-9A4A-5025E2B81577}" type="parTrans" cxnId="{8D1C841D-EE8F-4557-9FE1-3C206DF748A6}">
      <dgm:prSet/>
      <dgm:spPr/>
      <dgm:t>
        <a:bodyPr/>
        <a:lstStyle/>
        <a:p>
          <a:endParaRPr lang="en-US"/>
        </a:p>
      </dgm:t>
    </dgm:pt>
    <dgm:pt modelId="{ED09028F-BA9B-4319-B56A-FFCE1C6A4E76}" type="sibTrans" cxnId="{8D1C841D-EE8F-4557-9FE1-3C206DF748A6}">
      <dgm:prSet/>
      <dgm:spPr/>
      <dgm:t>
        <a:bodyPr/>
        <a:lstStyle/>
        <a:p>
          <a:endParaRPr lang="en-US"/>
        </a:p>
      </dgm:t>
    </dgm:pt>
    <dgm:pt modelId="{325973AF-092D-4AC5-9311-3AEE2D05FF15}">
      <dgm:prSet/>
      <dgm:spPr/>
      <dgm:t>
        <a:bodyPr/>
        <a:lstStyle/>
        <a:p>
          <a:r>
            <a:rPr lang="en-IN"/>
            <a:t>except requests.exceptions.RequestException as e:</a:t>
          </a:r>
          <a:endParaRPr lang="en-US"/>
        </a:p>
      </dgm:t>
    </dgm:pt>
    <dgm:pt modelId="{6AFAFD2B-7E29-4CF1-AB94-8710FC386C7B}" type="parTrans" cxnId="{47028CB6-4175-44F6-96B3-F3EA90443EB7}">
      <dgm:prSet/>
      <dgm:spPr/>
      <dgm:t>
        <a:bodyPr/>
        <a:lstStyle/>
        <a:p>
          <a:endParaRPr lang="en-US"/>
        </a:p>
      </dgm:t>
    </dgm:pt>
    <dgm:pt modelId="{2CD3B5EA-2F3C-4182-B842-8C22952A155B}" type="sibTrans" cxnId="{47028CB6-4175-44F6-96B3-F3EA90443EB7}">
      <dgm:prSet/>
      <dgm:spPr/>
      <dgm:t>
        <a:bodyPr/>
        <a:lstStyle/>
        <a:p>
          <a:endParaRPr lang="en-US"/>
        </a:p>
      </dgm:t>
    </dgm:pt>
    <dgm:pt modelId="{CF9B600D-709A-4E6E-B315-BEC6E8F40C19}">
      <dgm:prSet/>
      <dgm:spPr/>
      <dgm:t>
        <a:bodyPr/>
        <a:lstStyle/>
        <a:p>
          <a:r>
            <a:rPr lang="en-IN"/>
            <a:t>print("Error:",e)</a:t>
          </a:r>
          <a:endParaRPr lang="en-US"/>
        </a:p>
      </dgm:t>
    </dgm:pt>
    <dgm:pt modelId="{5D7580AF-AE85-43C8-BFDF-230EC1A0F16C}" type="parTrans" cxnId="{2C9C7785-EFDC-4720-8256-01AD1DC01E41}">
      <dgm:prSet/>
      <dgm:spPr/>
      <dgm:t>
        <a:bodyPr/>
        <a:lstStyle/>
        <a:p>
          <a:endParaRPr lang="en-US"/>
        </a:p>
      </dgm:t>
    </dgm:pt>
    <dgm:pt modelId="{7D98AD99-F7DF-438A-B5B7-AC0A27B75815}" type="sibTrans" cxnId="{2C9C7785-EFDC-4720-8256-01AD1DC01E41}">
      <dgm:prSet/>
      <dgm:spPr/>
      <dgm:t>
        <a:bodyPr/>
        <a:lstStyle/>
        <a:p>
          <a:endParaRPr lang="en-US"/>
        </a:p>
      </dgm:t>
    </dgm:pt>
    <dgm:pt modelId="{FA02CE11-798A-4CBA-8BE5-2563C04D7D7D}" type="pres">
      <dgm:prSet presAssocID="{53B8DE5A-122A-4CBA-B9DA-D678C45F44E9}" presName="vert0" presStyleCnt="0">
        <dgm:presLayoutVars>
          <dgm:dir/>
          <dgm:animOne val="branch"/>
          <dgm:animLvl val="lvl"/>
        </dgm:presLayoutVars>
      </dgm:prSet>
      <dgm:spPr/>
    </dgm:pt>
    <dgm:pt modelId="{25150774-876F-4581-903B-8AEB49C5FE45}" type="pres">
      <dgm:prSet presAssocID="{4A07844F-6850-448E-B110-74A239F40E4C}" presName="thickLine" presStyleLbl="alignNode1" presStyleIdx="0" presStyleCnt="7"/>
      <dgm:spPr/>
    </dgm:pt>
    <dgm:pt modelId="{C27BD8DE-D414-45EC-8663-10F1C67AD571}" type="pres">
      <dgm:prSet presAssocID="{4A07844F-6850-448E-B110-74A239F40E4C}" presName="horz1" presStyleCnt="0"/>
      <dgm:spPr/>
    </dgm:pt>
    <dgm:pt modelId="{20C77F97-693A-4BCF-84FA-781BDAB81EE2}" type="pres">
      <dgm:prSet presAssocID="{4A07844F-6850-448E-B110-74A239F40E4C}" presName="tx1" presStyleLbl="revTx" presStyleIdx="0" presStyleCnt="7"/>
      <dgm:spPr/>
    </dgm:pt>
    <dgm:pt modelId="{C1F8898C-91AF-4C08-A8B8-B295F2DDA189}" type="pres">
      <dgm:prSet presAssocID="{4A07844F-6850-448E-B110-74A239F40E4C}" presName="vert1" presStyleCnt="0"/>
      <dgm:spPr/>
    </dgm:pt>
    <dgm:pt modelId="{994491CC-FD71-4B9D-814A-4658E0D6DC19}" type="pres">
      <dgm:prSet presAssocID="{FF194738-B52A-4F5B-9760-42658CC4A47A}" presName="thickLine" presStyleLbl="alignNode1" presStyleIdx="1" presStyleCnt="7"/>
      <dgm:spPr/>
    </dgm:pt>
    <dgm:pt modelId="{86B614FC-98FA-442A-8E6B-DDB3F059B0CA}" type="pres">
      <dgm:prSet presAssocID="{FF194738-B52A-4F5B-9760-42658CC4A47A}" presName="horz1" presStyleCnt="0"/>
      <dgm:spPr/>
    </dgm:pt>
    <dgm:pt modelId="{E8E209D9-A690-41CC-91E5-1BAFF056B7E7}" type="pres">
      <dgm:prSet presAssocID="{FF194738-B52A-4F5B-9760-42658CC4A47A}" presName="tx1" presStyleLbl="revTx" presStyleIdx="1" presStyleCnt="7"/>
      <dgm:spPr/>
    </dgm:pt>
    <dgm:pt modelId="{CDD8AC8E-5FAA-4268-81A4-2A65E8EF8657}" type="pres">
      <dgm:prSet presAssocID="{FF194738-B52A-4F5B-9760-42658CC4A47A}" presName="vert1" presStyleCnt="0"/>
      <dgm:spPr/>
    </dgm:pt>
    <dgm:pt modelId="{BAC3525F-2F36-4C29-930B-A201C7354653}" type="pres">
      <dgm:prSet presAssocID="{5F99449B-6A08-4D0F-BEB5-A5EF9C700665}" presName="thickLine" presStyleLbl="alignNode1" presStyleIdx="2" presStyleCnt="7"/>
      <dgm:spPr/>
    </dgm:pt>
    <dgm:pt modelId="{025507E2-A581-4EAE-A5C7-F9E3F2C8AFAE}" type="pres">
      <dgm:prSet presAssocID="{5F99449B-6A08-4D0F-BEB5-A5EF9C700665}" presName="horz1" presStyleCnt="0"/>
      <dgm:spPr/>
    </dgm:pt>
    <dgm:pt modelId="{4CE4C651-C868-4666-8B5D-7007C14363A6}" type="pres">
      <dgm:prSet presAssocID="{5F99449B-6A08-4D0F-BEB5-A5EF9C700665}" presName="tx1" presStyleLbl="revTx" presStyleIdx="2" presStyleCnt="7"/>
      <dgm:spPr/>
    </dgm:pt>
    <dgm:pt modelId="{BA3D16C1-8C2B-4CF5-815C-AA11454AD6AC}" type="pres">
      <dgm:prSet presAssocID="{5F99449B-6A08-4D0F-BEB5-A5EF9C700665}" presName="vert1" presStyleCnt="0"/>
      <dgm:spPr/>
    </dgm:pt>
    <dgm:pt modelId="{B8A24AAF-CD1B-4795-8AEC-F3DD3973C55E}" type="pres">
      <dgm:prSet presAssocID="{6B295611-22A8-42DD-95E6-58A51DB24F2D}" presName="thickLine" presStyleLbl="alignNode1" presStyleIdx="3" presStyleCnt="7"/>
      <dgm:spPr/>
    </dgm:pt>
    <dgm:pt modelId="{72A94F88-7608-4FD5-A6C0-0E3F0A58BD84}" type="pres">
      <dgm:prSet presAssocID="{6B295611-22A8-42DD-95E6-58A51DB24F2D}" presName="horz1" presStyleCnt="0"/>
      <dgm:spPr/>
    </dgm:pt>
    <dgm:pt modelId="{22FDACF2-EEA5-406D-A862-ED1ABA6E9073}" type="pres">
      <dgm:prSet presAssocID="{6B295611-22A8-42DD-95E6-58A51DB24F2D}" presName="tx1" presStyleLbl="revTx" presStyleIdx="3" presStyleCnt="7"/>
      <dgm:spPr/>
    </dgm:pt>
    <dgm:pt modelId="{71D2473D-CE71-4610-ABC8-DC6A0CA5008E}" type="pres">
      <dgm:prSet presAssocID="{6B295611-22A8-42DD-95E6-58A51DB24F2D}" presName="vert1" presStyleCnt="0"/>
      <dgm:spPr/>
    </dgm:pt>
    <dgm:pt modelId="{6501D506-4B82-4235-B0AD-570AFADA3443}" type="pres">
      <dgm:prSet presAssocID="{6E8416BE-FFA4-433F-AD6E-48C41D2F89FD}" presName="thickLine" presStyleLbl="alignNode1" presStyleIdx="4" presStyleCnt="7"/>
      <dgm:spPr/>
    </dgm:pt>
    <dgm:pt modelId="{C65B09BC-C7D1-4C16-8EED-18F7D8F828D3}" type="pres">
      <dgm:prSet presAssocID="{6E8416BE-FFA4-433F-AD6E-48C41D2F89FD}" presName="horz1" presStyleCnt="0"/>
      <dgm:spPr/>
    </dgm:pt>
    <dgm:pt modelId="{DDD54791-C77D-4626-98CF-6B3CA5866943}" type="pres">
      <dgm:prSet presAssocID="{6E8416BE-FFA4-433F-AD6E-48C41D2F89FD}" presName="tx1" presStyleLbl="revTx" presStyleIdx="4" presStyleCnt="7"/>
      <dgm:spPr/>
    </dgm:pt>
    <dgm:pt modelId="{D6D32B5F-3FB5-47BA-993C-6040F92F66D4}" type="pres">
      <dgm:prSet presAssocID="{6E8416BE-FFA4-433F-AD6E-48C41D2F89FD}" presName="vert1" presStyleCnt="0"/>
      <dgm:spPr/>
    </dgm:pt>
    <dgm:pt modelId="{1E0D8E7F-D2C1-456E-A66E-FB6211EE4F97}" type="pres">
      <dgm:prSet presAssocID="{325973AF-092D-4AC5-9311-3AEE2D05FF15}" presName="thickLine" presStyleLbl="alignNode1" presStyleIdx="5" presStyleCnt="7"/>
      <dgm:spPr/>
    </dgm:pt>
    <dgm:pt modelId="{BE7BA110-B7B3-4F75-A2EF-D9FF41A5FCED}" type="pres">
      <dgm:prSet presAssocID="{325973AF-092D-4AC5-9311-3AEE2D05FF15}" presName="horz1" presStyleCnt="0"/>
      <dgm:spPr/>
    </dgm:pt>
    <dgm:pt modelId="{AAA2FEA1-1063-4F73-B59C-F9934AD32A3B}" type="pres">
      <dgm:prSet presAssocID="{325973AF-092D-4AC5-9311-3AEE2D05FF15}" presName="tx1" presStyleLbl="revTx" presStyleIdx="5" presStyleCnt="7"/>
      <dgm:spPr/>
    </dgm:pt>
    <dgm:pt modelId="{035A670D-B3C0-4936-8F5D-22450AEDA2F7}" type="pres">
      <dgm:prSet presAssocID="{325973AF-092D-4AC5-9311-3AEE2D05FF15}" presName="vert1" presStyleCnt="0"/>
      <dgm:spPr/>
    </dgm:pt>
    <dgm:pt modelId="{4088F86F-1150-4C35-AD4B-C252B06019FA}" type="pres">
      <dgm:prSet presAssocID="{CF9B600D-709A-4E6E-B315-BEC6E8F40C19}" presName="thickLine" presStyleLbl="alignNode1" presStyleIdx="6" presStyleCnt="7"/>
      <dgm:spPr/>
    </dgm:pt>
    <dgm:pt modelId="{F596D0C9-E9A5-4699-900D-6A8A40A9B5BD}" type="pres">
      <dgm:prSet presAssocID="{CF9B600D-709A-4E6E-B315-BEC6E8F40C19}" presName="horz1" presStyleCnt="0"/>
      <dgm:spPr/>
    </dgm:pt>
    <dgm:pt modelId="{4D9CC2A8-51D7-4BC5-83A6-614960B3EFB2}" type="pres">
      <dgm:prSet presAssocID="{CF9B600D-709A-4E6E-B315-BEC6E8F40C19}" presName="tx1" presStyleLbl="revTx" presStyleIdx="6" presStyleCnt="7"/>
      <dgm:spPr/>
    </dgm:pt>
    <dgm:pt modelId="{62962549-F9B7-4B0C-AF51-EC98B8935AD3}" type="pres">
      <dgm:prSet presAssocID="{CF9B600D-709A-4E6E-B315-BEC6E8F40C19}" presName="vert1" presStyleCnt="0"/>
      <dgm:spPr/>
    </dgm:pt>
  </dgm:ptLst>
  <dgm:cxnLst>
    <dgm:cxn modelId="{8C2A620C-0348-4659-A38F-662C1E42DE3E}" type="presOf" srcId="{325973AF-092D-4AC5-9311-3AEE2D05FF15}" destId="{AAA2FEA1-1063-4F73-B59C-F9934AD32A3B}" srcOrd="0" destOrd="0" presId="urn:microsoft.com/office/officeart/2008/layout/LinedList"/>
    <dgm:cxn modelId="{8D1C841D-EE8F-4557-9FE1-3C206DF748A6}" srcId="{53B8DE5A-122A-4CBA-B9DA-D678C45F44E9}" destId="{6E8416BE-FFA4-433F-AD6E-48C41D2F89FD}" srcOrd="4" destOrd="0" parTransId="{3E5FDEEC-4785-48E1-9A4A-5025E2B81577}" sibTransId="{ED09028F-BA9B-4319-B56A-FFCE1C6A4E76}"/>
    <dgm:cxn modelId="{4331C423-7076-4291-ADCC-20D87C759997}" type="presOf" srcId="{6B295611-22A8-42DD-95E6-58A51DB24F2D}" destId="{22FDACF2-EEA5-406D-A862-ED1ABA6E9073}" srcOrd="0" destOrd="0" presId="urn:microsoft.com/office/officeart/2008/layout/LinedList"/>
    <dgm:cxn modelId="{0D025126-57B8-4C4F-B3DD-6EC7E3193CA1}" srcId="{53B8DE5A-122A-4CBA-B9DA-D678C45F44E9}" destId="{4A07844F-6850-448E-B110-74A239F40E4C}" srcOrd="0" destOrd="0" parTransId="{9A637AA4-86F7-4ED5-B190-D2DBA629D63B}" sibTransId="{0ED412DE-DAA2-470C-83C2-F4B688EEC287}"/>
    <dgm:cxn modelId="{FF61322C-6DCD-4E42-BD9D-319975187E15}" srcId="{53B8DE5A-122A-4CBA-B9DA-D678C45F44E9}" destId="{FF194738-B52A-4F5B-9760-42658CC4A47A}" srcOrd="1" destOrd="0" parTransId="{85452165-9998-490A-9213-360E4F9C8479}" sibTransId="{77A30B84-B457-45B8-9437-EF89C1F2B105}"/>
    <dgm:cxn modelId="{18BDCD3F-6CB9-4B06-8DA4-A50DB978BF9E}" type="presOf" srcId="{5F99449B-6A08-4D0F-BEB5-A5EF9C700665}" destId="{4CE4C651-C868-4666-8B5D-7007C14363A6}" srcOrd="0" destOrd="0" presId="urn:microsoft.com/office/officeart/2008/layout/LinedList"/>
    <dgm:cxn modelId="{458FFF72-D70F-428C-9B68-1CFD4AD3D83D}" type="presOf" srcId="{CF9B600D-709A-4E6E-B315-BEC6E8F40C19}" destId="{4D9CC2A8-51D7-4BC5-83A6-614960B3EFB2}" srcOrd="0" destOrd="0" presId="urn:microsoft.com/office/officeart/2008/layout/LinedList"/>
    <dgm:cxn modelId="{2C9C7785-EFDC-4720-8256-01AD1DC01E41}" srcId="{53B8DE5A-122A-4CBA-B9DA-D678C45F44E9}" destId="{CF9B600D-709A-4E6E-B315-BEC6E8F40C19}" srcOrd="6" destOrd="0" parTransId="{5D7580AF-AE85-43C8-BFDF-230EC1A0F16C}" sibTransId="{7D98AD99-F7DF-438A-B5B7-AC0A27B75815}"/>
    <dgm:cxn modelId="{9CD7B892-DAA6-463C-9880-5DE4A7682195}" type="presOf" srcId="{4A07844F-6850-448E-B110-74A239F40E4C}" destId="{20C77F97-693A-4BCF-84FA-781BDAB81EE2}" srcOrd="0" destOrd="0" presId="urn:microsoft.com/office/officeart/2008/layout/LinedList"/>
    <dgm:cxn modelId="{E5D28C98-D77A-4119-8514-339DF233E3B7}" srcId="{53B8DE5A-122A-4CBA-B9DA-D678C45F44E9}" destId="{6B295611-22A8-42DD-95E6-58A51DB24F2D}" srcOrd="3" destOrd="0" parTransId="{07AC16CA-A184-4F50-9C0A-3A5814B5BF7C}" sibTransId="{EE97CC29-7D4F-4953-9B3B-878C5848F105}"/>
    <dgm:cxn modelId="{47028CB6-4175-44F6-96B3-F3EA90443EB7}" srcId="{53B8DE5A-122A-4CBA-B9DA-D678C45F44E9}" destId="{325973AF-092D-4AC5-9311-3AEE2D05FF15}" srcOrd="5" destOrd="0" parTransId="{6AFAFD2B-7E29-4CF1-AB94-8710FC386C7B}" sibTransId="{2CD3B5EA-2F3C-4182-B842-8C22952A155B}"/>
    <dgm:cxn modelId="{169E6DC6-0AE3-4BF4-9D71-BEBE5E5971D9}" type="presOf" srcId="{6E8416BE-FFA4-433F-AD6E-48C41D2F89FD}" destId="{DDD54791-C77D-4626-98CF-6B3CA5866943}" srcOrd="0" destOrd="0" presId="urn:microsoft.com/office/officeart/2008/layout/LinedList"/>
    <dgm:cxn modelId="{E9AC56CA-DCBA-41F7-8FEA-0B96E5AB2ABF}" srcId="{53B8DE5A-122A-4CBA-B9DA-D678C45F44E9}" destId="{5F99449B-6A08-4D0F-BEB5-A5EF9C700665}" srcOrd="2" destOrd="0" parTransId="{0AE40AED-01A5-4161-BF9E-041614219A98}" sibTransId="{6321A95C-72B4-426B-A868-62D0699D9C06}"/>
    <dgm:cxn modelId="{A466A0DD-023B-412B-BBE3-D7BCEC33866F}" type="presOf" srcId="{53B8DE5A-122A-4CBA-B9DA-D678C45F44E9}" destId="{FA02CE11-798A-4CBA-8BE5-2563C04D7D7D}" srcOrd="0" destOrd="0" presId="urn:microsoft.com/office/officeart/2008/layout/LinedList"/>
    <dgm:cxn modelId="{BA5388FA-5711-4AB3-BE90-E99C30C1C8C9}" type="presOf" srcId="{FF194738-B52A-4F5B-9760-42658CC4A47A}" destId="{E8E209D9-A690-41CC-91E5-1BAFF056B7E7}" srcOrd="0" destOrd="0" presId="urn:microsoft.com/office/officeart/2008/layout/LinedList"/>
    <dgm:cxn modelId="{8800362D-C96D-46A3-9DFB-A1BC639C975A}" type="presParOf" srcId="{FA02CE11-798A-4CBA-8BE5-2563C04D7D7D}" destId="{25150774-876F-4581-903B-8AEB49C5FE45}" srcOrd="0" destOrd="0" presId="urn:microsoft.com/office/officeart/2008/layout/LinedList"/>
    <dgm:cxn modelId="{DE60BFEB-4E47-4EC7-A43E-FF17D2362066}" type="presParOf" srcId="{FA02CE11-798A-4CBA-8BE5-2563C04D7D7D}" destId="{C27BD8DE-D414-45EC-8663-10F1C67AD571}" srcOrd="1" destOrd="0" presId="urn:microsoft.com/office/officeart/2008/layout/LinedList"/>
    <dgm:cxn modelId="{509548B5-1E39-4A20-879F-7BBEC0ACAE49}" type="presParOf" srcId="{C27BD8DE-D414-45EC-8663-10F1C67AD571}" destId="{20C77F97-693A-4BCF-84FA-781BDAB81EE2}" srcOrd="0" destOrd="0" presId="urn:microsoft.com/office/officeart/2008/layout/LinedList"/>
    <dgm:cxn modelId="{FE961130-9118-4A2F-A963-8C5B70C4744E}" type="presParOf" srcId="{C27BD8DE-D414-45EC-8663-10F1C67AD571}" destId="{C1F8898C-91AF-4C08-A8B8-B295F2DDA189}" srcOrd="1" destOrd="0" presId="urn:microsoft.com/office/officeart/2008/layout/LinedList"/>
    <dgm:cxn modelId="{7589F3E3-FD9B-44A4-AAC5-6B2222ADE8F1}" type="presParOf" srcId="{FA02CE11-798A-4CBA-8BE5-2563C04D7D7D}" destId="{994491CC-FD71-4B9D-814A-4658E0D6DC19}" srcOrd="2" destOrd="0" presId="urn:microsoft.com/office/officeart/2008/layout/LinedList"/>
    <dgm:cxn modelId="{0466FA18-D893-40DF-B839-8A1DAA360C7C}" type="presParOf" srcId="{FA02CE11-798A-4CBA-8BE5-2563C04D7D7D}" destId="{86B614FC-98FA-442A-8E6B-DDB3F059B0CA}" srcOrd="3" destOrd="0" presId="urn:microsoft.com/office/officeart/2008/layout/LinedList"/>
    <dgm:cxn modelId="{D18F5489-ABB8-44CB-BC41-8A86EC1FC7F0}" type="presParOf" srcId="{86B614FC-98FA-442A-8E6B-DDB3F059B0CA}" destId="{E8E209D9-A690-41CC-91E5-1BAFF056B7E7}" srcOrd="0" destOrd="0" presId="urn:microsoft.com/office/officeart/2008/layout/LinedList"/>
    <dgm:cxn modelId="{FB08E3DF-66E5-4A5B-B56D-4C1D1199D214}" type="presParOf" srcId="{86B614FC-98FA-442A-8E6B-DDB3F059B0CA}" destId="{CDD8AC8E-5FAA-4268-81A4-2A65E8EF8657}" srcOrd="1" destOrd="0" presId="urn:microsoft.com/office/officeart/2008/layout/LinedList"/>
    <dgm:cxn modelId="{B49C48A4-ED43-42DE-98AF-75FF008A1F58}" type="presParOf" srcId="{FA02CE11-798A-4CBA-8BE5-2563C04D7D7D}" destId="{BAC3525F-2F36-4C29-930B-A201C7354653}" srcOrd="4" destOrd="0" presId="urn:microsoft.com/office/officeart/2008/layout/LinedList"/>
    <dgm:cxn modelId="{0E35E0E1-3A9B-4C65-8FBC-AB820A026D48}" type="presParOf" srcId="{FA02CE11-798A-4CBA-8BE5-2563C04D7D7D}" destId="{025507E2-A581-4EAE-A5C7-F9E3F2C8AFAE}" srcOrd="5" destOrd="0" presId="urn:microsoft.com/office/officeart/2008/layout/LinedList"/>
    <dgm:cxn modelId="{F61D4A7C-A6BE-46E1-B678-AC9BC4F69D5D}" type="presParOf" srcId="{025507E2-A581-4EAE-A5C7-F9E3F2C8AFAE}" destId="{4CE4C651-C868-4666-8B5D-7007C14363A6}" srcOrd="0" destOrd="0" presId="urn:microsoft.com/office/officeart/2008/layout/LinedList"/>
    <dgm:cxn modelId="{8C0AA9F6-CE42-42AF-BBA7-93AF576072E8}" type="presParOf" srcId="{025507E2-A581-4EAE-A5C7-F9E3F2C8AFAE}" destId="{BA3D16C1-8C2B-4CF5-815C-AA11454AD6AC}" srcOrd="1" destOrd="0" presId="urn:microsoft.com/office/officeart/2008/layout/LinedList"/>
    <dgm:cxn modelId="{35B94666-2D1A-417D-B71F-4FC1C56DC5C1}" type="presParOf" srcId="{FA02CE11-798A-4CBA-8BE5-2563C04D7D7D}" destId="{B8A24AAF-CD1B-4795-8AEC-F3DD3973C55E}" srcOrd="6" destOrd="0" presId="urn:microsoft.com/office/officeart/2008/layout/LinedList"/>
    <dgm:cxn modelId="{24E6E0F4-BBD7-4966-AE2E-990869D33F38}" type="presParOf" srcId="{FA02CE11-798A-4CBA-8BE5-2563C04D7D7D}" destId="{72A94F88-7608-4FD5-A6C0-0E3F0A58BD84}" srcOrd="7" destOrd="0" presId="urn:microsoft.com/office/officeart/2008/layout/LinedList"/>
    <dgm:cxn modelId="{E24331EC-EE92-4CC3-845F-81CC613F17C1}" type="presParOf" srcId="{72A94F88-7608-4FD5-A6C0-0E3F0A58BD84}" destId="{22FDACF2-EEA5-406D-A862-ED1ABA6E9073}" srcOrd="0" destOrd="0" presId="urn:microsoft.com/office/officeart/2008/layout/LinedList"/>
    <dgm:cxn modelId="{B2933137-1021-4C71-823C-AEC37F6C010F}" type="presParOf" srcId="{72A94F88-7608-4FD5-A6C0-0E3F0A58BD84}" destId="{71D2473D-CE71-4610-ABC8-DC6A0CA5008E}" srcOrd="1" destOrd="0" presId="urn:microsoft.com/office/officeart/2008/layout/LinedList"/>
    <dgm:cxn modelId="{20C83CD0-DF5B-4089-8EEC-445572C94C0F}" type="presParOf" srcId="{FA02CE11-798A-4CBA-8BE5-2563C04D7D7D}" destId="{6501D506-4B82-4235-B0AD-570AFADA3443}" srcOrd="8" destOrd="0" presId="urn:microsoft.com/office/officeart/2008/layout/LinedList"/>
    <dgm:cxn modelId="{29633B14-C8FC-4AE3-AFD1-1699C2B9B05B}" type="presParOf" srcId="{FA02CE11-798A-4CBA-8BE5-2563C04D7D7D}" destId="{C65B09BC-C7D1-4C16-8EED-18F7D8F828D3}" srcOrd="9" destOrd="0" presId="urn:microsoft.com/office/officeart/2008/layout/LinedList"/>
    <dgm:cxn modelId="{4420EBD0-EB5E-488C-8ED6-EEAE2C49FF2E}" type="presParOf" srcId="{C65B09BC-C7D1-4C16-8EED-18F7D8F828D3}" destId="{DDD54791-C77D-4626-98CF-6B3CA5866943}" srcOrd="0" destOrd="0" presId="urn:microsoft.com/office/officeart/2008/layout/LinedList"/>
    <dgm:cxn modelId="{5C72B6F6-B9F9-496C-993D-0350C39056B0}" type="presParOf" srcId="{C65B09BC-C7D1-4C16-8EED-18F7D8F828D3}" destId="{D6D32B5F-3FB5-47BA-993C-6040F92F66D4}" srcOrd="1" destOrd="0" presId="urn:microsoft.com/office/officeart/2008/layout/LinedList"/>
    <dgm:cxn modelId="{CAC1F2C5-BB03-4CE6-9992-6BC6E9FF0636}" type="presParOf" srcId="{FA02CE11-798A-4CBA-8BE5-2563C04D7D7D}" destId="{1E0D8E7F-D2C1-456E-A66E-FB6211EE4F97}" srcOrd="10" destOrd="0" presId="urn:microsoft.com/office/officeart/2008/layout/LinedList"/>
    <dgm:cxn modelId="{4C673FD4-951C-48E8-9EBA-094ABBF61568}" type="presParOf" srcId="{FA02CE11-798A-4CBA-8BE5-2563C04D7D7D}" destId="{BE7BA110-B7B3-4F75-A2EF-D9FF41A5FCED}" srcOrd="11" destOrd="0" presId="urn:microsoft.com/office/officeart/2008/layout/LinedList"/>
    <dgm:cxn modelId="{B2780B9C-F49E-4AFE-916F-18AB26AEA870}" type="presParOf" srcId="{BE7BA110-B7B3-4F75-A2EF-D9FF41A5FCED}" destId="{AAA2FEA1-1063-4F73-B59C-F9934AD32A3B}" srcOrd="0" destOrd="0" presId="urn:microsoft.com/office/officeart/2008/layout/LinedList"/>
    <dgm:cxn modelId="{E5ECFFCF-E176-4A92-A3FC-977187E49313}" type="presParOf" srcId="{BE7BA110-B7B3-4F75-A2EF-D9FF41A5FCED}" destId="{035A670D-B3C0-4936-8F5D-22450AEDA2F7}" srcOrd="1" destOrd="0" presId="urn:microsoft.com/office/officeart/2008/layout/LinedList"/>
    <dgm:cxn modelId="{A787290F-4318-4DEA-8E52-38772ACA85EC}" type="presParOf" srcId="{FA02CE11-798A-4CBA-8BE5-2563C04D7D7D}" destId="{4088F86F-1150-4C35-AD4B-C252B06019FA}" srcOrd="12" destOrd="0" presId="urn:microsoft.com/office/officeart/2008/layout/LinedList"/>
    <dgm:cxn modelId="{C39450A5-2CC7-4B6E-9787-F696C67A5E52}" type="presParOf" srcId="{FA02CE11-798A-4CBA-8BE5-2563C04D7D7D}" destId="{F596D0C9-E9A5-4699-900D-6A8A40A9B5BD}" srcOrd="13" destOrd="0" presId="urn:microsoft.com/office/officeart/2008/layout/LinedList"/>
    <dgm:cxn modelId="{02E16F9C-A8DC-4822-A2C5-09F66E2AFF65}" type="presParOf" srcId="{F596D0C9-E9A5-4699-900D-6A8A40A9B5BD}" destId="{4D9CC2A8-51D7-4BC5-83A6-614960B3EFB2}" srcOrd="0" destOrd="0" presId="urn:microsoft.com/office/officeart/2008/layout/LinedList"/>
    <dgm:cxn modelId="{2B1C408D-FF15-4D7E-AE2F-87897D971003}" type="presParOf" srcId="{F596D0C9-E9A5-4699-900D-6A8A40A9B5BD}" destId="{62962549-F9B7-4B0C-AF51-EC98B8935AD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A690A35-75CE-47BB-9C0D-37E50FA4AD5C}"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C22218C9-E2DA-4DF0-8F3D-82DB67F5F0D4}">
      <dgm:prSet/>
      <dgm:spPr/>
      <dgm:t>
        <a:bodyPr/>
        <a:lstStyle/>
        <a:p>
          <a:r>
            <a:rPr lang="en-US"/>
            <a:t>STEP 4:-  Requests and beautiful soup</a:t>
          </a:r>
        </a:p>
      </dgm:t>
    </dgm:pt>
    <dgm:pt modelId="{F3898B8C-1B95-48B7-A030-56C88D5E9F52}" type="parTrans" cxnId="{55DCC5F8-ED7D-4D2F-966C-B169AF51A827}">
      <dgm:prSet/>
      <dgm:spPr/>
      <dgm:t>
        <a:bodyPr/>
        <a:lstStyle/>
        <a:p>
          <a:endParaRPr lang="en-US"/>
        </a:p>
      </dgm:t>
    </dgm:pt>
    <dgm:pt modelId="{D6A56B4B-554C-4C84-BDD4-C03F97E5F59E}" type="sibTrans" cxnId="{55DCC5F8-ED7D-4D2F-966C-B169AF51A827}">
      <dgm:prSet/>
      <dgm:spPr/>
      <dgm:t>
        <a:bodyPr/>
        <a:lstStyle/>
        <a:p>
          <a:endParaRPr lang="en-US"/>
        </a:p>
      </dgm:t>
    </dgm:pt>
    <dgm:pt modelId="{4DD2F8A9-BD62-4560-925A-882C38077075}">
      <dgm:prSet/>
      <dgm:spPr/>
      <dgm:t>
        <a:bodyPr/>
        <a:lstStyle/>
        <a:p>
          <a:r>
            <a:rPr lang="en-IN" b="0"/>
            <a:t>response = req.</a:t>
          </a:r>
          <a:r>
            <a:rPr lang="en-IN" b="1"/>
            <a:t>get</a:t>
          </a:r>
          <a:r>
            <a:rPr lang="en-IN" b="0"/>
            <a:t>(url,headers = headers)</a:t>
          </a:r>
          <a:endParaRPr lang="en-US"/>
        </a:p>
      </dgm:t>
    </dgm:pt>
    <dgm:pt modelId="{DBA77A60-9091-41AC-AE12-C11665E7BD1A}" type="parTrans" cxnId="{A57AC9B6-A3DD-4FEF-B5FA-3AFADEEB6A56}">
      <dgm:prSet/>
      <dgm:spPr/>
      <dgm:t>
        <a:bodyPr/>
        <a:lstStyle/>
        <a:p>
          <a:endParaRPr lang="en-US"/>
        </a:p>
      </dgm:t>
    </dgm:pt>
    <dgm:pt modelId="{2E1A4E54-4B86-44DD-88F1-A71430196B6F}" type="sibTrans" cxnId="{A57AC9B6-A3DD-4FEF-B5FA-3AFADEEB6A56}">
      <dgm:prSet/>
      <dgm:spPr/>
      <dgm:t>
        <a:bodyPr/>
        <a:lstStyle/>
        <a:p>
          <a:endParaRPr lang="en-US"/>
        </a:p>
      </dgm:t>
    </dgm:pt>
    <dgm:pt modelId="{6A8C03F0-BA3D-4F65-9374-35DAE35B0948}">
      <dgm:prSet/>
      <dgm:spPr/>
      <dgm:t>
        <a:bodyPr/>
        <a:lstStyle/>
        <a:p>
          <a:r>
            <a:rPr lang="en-IN" b="1" dirty="0"/>
            <a:t>soup</a:t>
          </a:r>
          <a:r>
            <a:rPr lang="en-IN" b="0" dirty="0"/>
            <a:t> = </a:t>
          </a:r>
          <a:r>
            <a:rPr lang="en-IN" b="0" dirty="0" err="1"/>
            <a:t>BeautifulSoup</a:t>
          </a:r>
          <a:r>
            <a:rPr lang="en-IN" b="0" dirty="0"/>
            <a:t>(response.content,"</a:t>
          </a:r>
          <a:r>
            <a:rPr lang="en-IN" b="0" dirty="0" err="1"/>
            <a:t>html.parser</a:t>
          </a:r>
          <a:r>
            <a:rPr lang="en-IN" b="0" dirty="0"/>
            <a:t>")</a:t>
          </a:r>
          <a:endParaRPr lang="en-US" dirty="0"/>
        </a:p>
      </dgm:t>
    </dgm:pt>
    <dgm:pt modelId="{14098BA4-75CF-46EA-8DE9-6B2BD62C7A79}" type="parTrans" cxnId="{A4184585-D484-41CE-B4A4-E0B72810DD1D}">
      <dgm:prSet/>
      <dgm:spPr/>
      <dgm:t>
        <a:bodyPr/>
        <a:lstStyle/>
        <a:p>
          <a:endParaRPr lang="en-US"/>
        </a:p>
      </dgm:t>
    </dgm:pt>
    <dgm:pt modelId="{24964C56-5B6F-4099-A10D-1143621C6D52}" type="sibTrans" cxnId="{A4184585-D484-41CE-B4A4-E0B72810DD1D}">
      <dgm:prSet/>
      <dgm:spPr/>
      <dgm:t>
        <a:bodyPr/>
        <a:lstStyle/>
        <a:p>
          <a:endParaRPr lang="en-US"/>
        </a:p>
      </dgm:t>
    </dgm:pt>
    <dgm:pt modelId="{BF981B48-A366-4016-8843-6311BB974C5A}">
      <dgm:prSet/>
      <dgm:spPr/>
      <dgm:t>
        <a:bodyPr/>
        <a:lstStyle/>
        <a:p>
          <a:r>
            <a:rPr lang="en-US"/>
            <a:t>STEP 5:- column names and extracting data through classes</a:t>
          </a:r>
        </a:p>
      </dgm:t>
    </dgm:pt>
    <dgm:pt modelId="{3337B2F8-73ED-4289-9029-70B20BAC3C3C}" type="parTrans" cxnId="{D53BD00C-ED33-4979-BF49-DC3BC24137F6}">
      <dgm:prSet/>
      <dgm:spPr/>
      <dgm:t>
        <a:bodyPr/>
        <a:lstStyle/>
        <a:p>
          <a:endParaRPr lang="en-US"/>
        </a:p>
      </dgm:t>
    </dgm:pt>
    <dgm:pt modelId="{D94E9DB4-D1BB-42CE-B589-AF11FF6AC4DD}" type="sibTrans" cxnId="{D53BD00C-ED33-4979-BF49-DC3BC24137F6}">
      <dgm:prSet/>
      <dgm:spPr/>
      <dgm:t>
        <a:bodyPr/>
        <a:lstStyle/>
        <a:p>
          <a:endParaRPr lang="en-US"/>
        </a:p>
      </dgm:t>
    </dgm:pt>
    <dgm:pt modelId="{19DD67BF-ADDB-4F80-927D-2B096FC03191}">
      <dgm:prSet/>
      <dgm:spPr/>
      <dgm:t>
        <a:bodyPr/>
        <a:lstStyle/>
        <a:p>
          <a:r>
            <a:rPr lang="en-IN" b="0"/>
            <a:t>collage_name = </a:t>
          </a:r>
          <a:r>
            <a:rPr lang="en-IN" b="1"/>
            <a:t>soup</a:t>
          </a:r>
          <a:r>
            <a:rPr lang="en-IN" b="0"/>
            <a:t>.</a:t>
          </a:r>
          <a:r>
            <a:rPr lang="en-IN" b="1"/>
            <a:t>find_all</a:t>
          </a:r>
          <a:r>
            <a:rPr lang="en-IN" b="0"/>
            <a:t>("h3",class_ = "college_name")</a:t>
          </a:r>
          <a:endParaRPr lang="en-US"/>
        </a:p>
      </dgm:t>
    </dgm:pt>
    <dgm:pt modelId="{3BB8BE50-2541-43E9-9D20-46734D4337BF}" type="parTrans" cxnId="{CF70349F-BB5F-4001-AC5B-C3E6D6262D71}">
      <dgm:prSet/>
      <dgm:spPr/>
      <dgm:t>
        <a:bodyPr/>
        <a:lstStyle/>
        <a:p>
          <a:endParaRPr lang="en-US"/>
        </a:p>
      </dgm:t>
    </dgm:pt>
    <dgm:pt modelId="{F34CD7BD-C4CD-454C-ACEA-163067ABCB1F}" type="sibTrans" cxnId="{CF70349F-BB5F-4001-AC5B-C3E6D6262D71}">
      <dgm:prSet/>
      <dgm:spPr/>
      <dgm:t>
        <a:bodyPr/>
        <a:lstStyle/>
        <a:p>
          <a:endParaRPr lang="en-US"/>
        </a:p>
      </dgm:t>
    </dgm:pt>
    <dgm:pt modelId="{992372BD-4FE3-4B90-B223-1F54A69905EC}">
      <dgm:prSet/>
      <dgm:spPr/>
      <dgm:t>
        <a:bodyPr/>
        <a:lstStyle/>
        <a:p>
          <a:r>
            <a:rPr lang="en-IN" b="0"/>
            <a:t>Own = </a:t>
          </a:r>
          <a:r>
            <a:rPr lang="en-IN" b="1"/>
            <a:t>soup</a:t>
          </a:r>
          <a:r>
            <a:rPr lang="en-IN" b="0"/>
            <a:t>.</a:t>
          </a:r>
          <a:r>
            <a:rPr lang="en-IN" b="1"/>
            <a:t>find_all</a:t>
          </a:r>
          <a:r>
            <a:rPr lang="en-IN" b="0"/>
            <a:t>("div" , class_="content_block d-block d-md-none")</a:t>
          </a:r>
          <a:endParaRPr lang="en-US"/>
        </a:p>
      </dgm:t>
    </dgm:pt>
    <dgm:pt modelId="{6DCC303B-8256-4EE0-BD6B-1A34537A8E28}" type="parTrans" cxnId="{B212958D-2298-4CDB-907D-4F8A8F072A90}">
      <dgm:prSet/>
      <dgm:spPr/>
      <dgm:t>
        <a:bodyPr/>
        <a:lstStyle/>
        <a:p>
          <a:endParaRPr lang="en-US"/>
        </a:p>
      </dgm:t>
    </dgm:pt>
    <dgm:pt modelId="{61980A47-0FB0-46F3-A944-3563502BFCC1}" type="sibTrans" cxnId="{B212958D-2298-4CDB-907D-4F8A8F072A90}">
      <dgm:prSet/>
      <dgm:spPr/>
      <dgm:t>
        <a:bodyPr/>
        <a:lstStyle/>
        <a:p>
          <a:endParaRPr lang="en-US"/>
        </a:p>
      </dgm:t>
    </dgm:pt>
    <dgm:pt modelId="{18EB96CD-F659-4C33-8404-7D052F23F99E}">
      <dgm:prSet/>
      <dgm:spPr/>
      <dgm:t>
        <a:bodyPr/>
        <a:lstStyle/>
        <a:p>
          <a:r>
            <a:rPr lang="en-IN" b="0"/>
            <a:t>Ranks = </a:t>
          </a:r>
          <a:r>
            <a:rPr lang="en-IN" b="1"/>
            <a:t>soup</a:t>
          </a:r>
          <a:r>
            <a:rPr lang="en-IN" b="0"/>
            <a:t>.</a:t>
          </a:r>
          <a:r>
            <a:rPr lang="en-IN" b="1"/>
            <a:t>find_all</a:t>
          </a:r>
          <a:r>
            <a:rPr lang="en-IN" b="0"/>
            <a:t>("div",class_ = "align-center")</a:t>
          </a:r>
          <a:endParaRPr lang="en-US"/>
        </a:p>
      </dgm:t>
    </dgm:pt>
    <dgm:pt modelId="{A161B344-489F-4FEB-99FF-8522EC1A0DB2}" type="parTrans" cxnId="{6EBAC8B1-F4AA-459A-946E-62717DAE0B57}">
      <dgm:prSet/>
      <dgm:spPr/>
      <dgm:t>
        <a:bodyPr/>
        <a:lstStyle/>
        <a:p>
          <a:endParaRPr lang="en-US"/>
        </a:p>
      </dgm:t>
    </dgm:pt>
    <dgm:pt modelId="{1C7E1791-13FF-46F7-810E-DDFADE5CFED6}" type="sibTrans" cxnId="{6EBAC8B1-F4AA-459A-946E-62717DAE0B57}">
      <dgm:prSet/>
      <dgm:spPr/>
      <dgm:t>
        <a:bodyPr/>
        <a:lstStyle/>
        <a:p>
          <a:endParaRPr lang="en-US"/>
        </a:p>
      </dgm:t>
    </dgm:pt>
    <dgm:pt modelId="{1A898F3F-B929-4122-9376-13ABEA82BBE5}">
      <dgm:prSet/>
      <dgm:spPr/>
      <dgm:t>
        <a:bodyPr/>
        <a:lstStyle/>
        <a:p>
          <a:r>
            <a:rPr lang="en-IN" b="0" dirty="0" err="1"/>
            <a:t>ul</a:t>
          </a:r>
          <a:r>
            <a:rPr lang="en-IN" b="0" dirty="0"/>
            <a:t> = </a:t>
          </a:r>
          <a:r>
            <a:rPr lang="en-IN" b="1" dirty="0" err="1"/>
            <a:t>soup</a:t>
          </a:r>
          <a:r>
            <a:rPr lang="en-IN" b="0" dirty="0" err="1"/>
            <a:t>.</a:t>
          </a:r>
          <a:r>
            <a:rPr lang="en-IN" b="1" dirty="0" err="1"/>
            <a:t>find_all</a:t>
          </a:r>
          <a:r>
            <a:rPr lang="en-IN" b="0" dirty="0"/>
            <a:t>("</a:t>
          </a:r>
          <a:r>
            <a:rPr lang="en-IN" b="0" dirty="0" err="1"/>
            <a:t>ul</a:t>
          </a:r>
          <a:r>
            <a:rPr lang="en-IN" b="0" dirty="0"/>
            <a:t>",class_ = "</a:t>
          </a:r>
          <a:r>
            <a:rPr lang="en-IN" b="0" dirty="0" err="1"/>
            <a:t>snippet_list</a:t>
          </a:r>
          <a:r>
            <a:rPr lang="en-IN" b="0" dirty="0"/>
            <a:t>")</a:t>
          </a:r>
          <a:endParaRPr lang="en-US" dirty="0"/>
        </a:p>
      </dgm:t>
    </dgm:pt>
    <dgm:pt modelId="{A0861CB8-685D-4E6D-99AF-46C315C3915A}" type="parTrans" cxnId="{95EA712E-BF36-46B9-91A9-914E8A3B1012}">
      <dgm:prSet/>
      <dgm:spPr/>
      <dgm:t>
        <a:bodyPr/>
        <a:lstStyle/>
        <a:p>
          <a:endParaRPr lang="en-US"/>
        </a:p>
      </dgm:t>
    </dgm:pt>
    <dgm:pt modelId="{18A0D0CE-0A7D-4A81-A8C7-36AD65FB4753}" type="sibTrans" cxnId="{95EA712E-BF36-46B9-91A9-914E8A3B1012}">
      <dgm:prSet/>
      <dgm:spPr/>
      <dgm:t>
        <a:bodyPr/>
        <a:lstStyle/>
        <a:p>
          <a:endParaRPr lang="en-US"/>
        </a:p>
      </dgm:t>
    </dgm:pt>
    <dgm:pt modelId="{A5F8D0AF-45C3-4FB1-881A-E04B67D1CEE6}">
      <dgm:prSet/>
      <dgm:spPr/>
      <dgm:t>
        <a:bodyPr/>
        <a:lstStyle/>
        <a:p>
          <a:r>
            <a:rPr lang="en-US"/>
            <a:t>S</a:t>
          </a:r>
          <a:r>
            <a:rPr lang="en-IN"/>
            <a:t>TEP 6:- Take empty lists</a:t>
          </a:r>
          <a:endParaRPr lang="en-US"/>
        </a:p>
      </dgm:t>
    </dgm:pt>
    <dgm:pt modelId="{63FA06B8-64AA-4648-9740-D4C443FFB6BC}" type="parTrans" cxnId="{BF257D3C-89F4-4B78-BEB0-0A96DB58A2AD}">
      <dgm:prSet/>
      <dgm:spPr/>
      <dgm:t>
        <a:bodyPr/>
        <a:lstStyle/>
        <a:p>
          <a:endParaRPr lang="en-US"/>
        </a:p>
      </dgm:t>
    </dgm:pt>
    <dgm:pt modelId="{500C425B-B506-427B-8836-1C657C52CCCC}" type="sibTrans" cxnId="{BF257D3C-89F4-4B78-BEB0-0A96DB58A2AD}">
      <dgm:prSet/>
      <dgm:spPr/>
      <dgm:t>
        <a:bodyPr/>
        <a:lstStyle/>
        <a:p>
          <a:endParaRPr lang="en-US"/>
        </a:p>
      </dgm:t>
    </dgm:pt>
    <dgm:pt modelId="{FD2075D7-B0CB-4170-A5F1-307D32A3D77E}">
      <dgm:prSet/>
      <dgm:spPr/>
      <dgm:t>
        <a:bodyPr/>
        <a:lstStyle/>
        <a:p>
          <a:r>
            <a:rPr lang="en-US" b="0"/>
            <a:t>college_name = []</a:t>
          </a:r>
          <a:endParaRPr lang="en-US"/>
        </a:p>
      </dgm:t>
    </dgm:pt>
    <dgm:pt modelId="{39951DD9-FC79-4D02-9621-47152D8ED8F3}" type="parTrans" cxnId="{E40F442A-07BA-4F85-AAB2-F1EE617B8FA8}">
      <dgm:prSet/>
      <dgm:spPr/>
      <dgm:t>
        <a:bodyPr/>
        <a:lstStyle/>
        <a:p>
          <a:endParaRPr lang="en-US"/>
        </a:p>
      </dgm:t>
    </dgm:pt>
    <dgm:pt modelId="{6728332D-0F72-4418-91BD-B3FD02134574}" type="sibTrans" cxnId="{E40F442A-07BA-4F85-AAB2-F1EE617B8FA8}">
      <dgm:prSet/>
      <dgm:spPr/>
      <dgm:t>
        <a:bodyPr/>
        <a:lstStyle/>
        <a:p>
          <a:endParaRPr lang="en-US"/>
        </a:p>
      </dgm:t>
    </dgm:pt>
    <dgm:pt modelId="{734AC290-4000-45E4-B063-9B16930F9400}">
      <dgm:prSet/>
      <dgm:spPr/>
      <dgm:t>
        <a:bodyPr/>
        <a:lstStyle/>
        <a:p>
          <a:r>
            <a:rPr lang="en-US" b="0"/>
            <a:t>Own = []</a:t>
          </a:r>
          <a:endParaRPr lang="en-US"/>
        </a:p>
      </dgm:t>
    </dgm:pt>
    <dgm:pt modelId="{AD3D7DFC-2DB5-43F4-9514-A02115F04EA8}" type="parTrans" cxnId="{19FBB091-3E71-4EF0-940B-983620BF87BD}">
      <dgm:prSet/>
      <dgm:spPr/>
      <dgm:t>
        <a:bodyPr/>
        <a:lstStyle/>
        <a:p>
          <a:endParaRPr lang="en-US"/>
        </a:p>
      </dgm:t>
    </dgm:pt>
    <dgm:pt modelId="{2DAC539B-E6EE-4F9C-B02C-02012C637AD9}" type="sibTrans" cxnId="{19FBB091-3E71-4EF0-940B-983620BF87BD}">
      <dgm:prSet/>
      <dgm:spPr/>
      <dgm:t>
        <a:bodyPr/>
        <a:lstStyle/>
        <a:p>
          <a:endParaRPr lang="en-US"/>
        </a:p>
      </dgm:t>
    </dgm:pt>
    <dgm:pt modelId="{7EF92A51-57CE-4EAD-8217-51324CC53726}">
      <dgm:prSet/>
      <dgm:spPr/>
      <dgm:t>
        <a:bodyPr/>
        <a:lstStyle/>
        <a:p>
          <a:r>
            <a:rPr lang="en-US" b="0"/>
            <a:t>Rank = []</a:t>
          </a:r>
          <a:endParaRPr lang="en-US"/>
        </a:p>
      </dgm:t>
    </dgm:pt>
    <dgm:pt modelId="{5FC14425-8AAF-4B7F-993F-DEC70DC99871}" type="parTrans" cxnId="{D4F83CAC-6A6E-414C-8AA6-1C5797CC20BC}">
      <dgm:prSet/>
      <dgm:spPr/>
      <dgm:t>
        <a:bodyPr/>
        <a:lstStyle/>
        <a:p>
          <a:endParaRPr lang="en-US"/>
        </a:p>
      </dgm:t>
    </dgm:pt>
    <dgm:pt modelId="{4DE6034F-294B-4D2E-9D8F-2DD23F97F7BF}" type="sibTrans" cxnId="{D4F83CAC-6A6E-414C-8AA6-1C5797CC20BC}">
      <dgm:prSet/>
      <dgm:spPr/>
      <dgm:t>
        <a:bodyPr/>
        <a:lstStyle/>
        <a:p>
          <a:endParaRPr lang="en-US"/>
        </a:p>
      </dgm:t>
    </dgm:pt>
    <dgm:pt modelId="{D20849CC-56D8-4C01-A9E4-13831C923584}">
      <dgm:prSet/>
      <dgm:spPr/>
      <dgm:t>
        <a:bodyPr/>
        <a:lstStyle/>
        <a:p>
          <a:r>
            <a:rPr lang="en-US" b="0"/>
            <a:t>Courses = []</a:t>
          </a:r>
          <a:endParaRPr lang="en-US"/>
        </a:p>
      </dgm:t>
    </dgm:pt>
    <dgm:pt modelId="{5D58AA70-C25E-4631-9CAD-4183F8ABAF2E}" type="parTrans" cxnId="{2DC1D93B-8FA9-4DDA-A3B1-B8BBDD8E88FE}">
      <dgm:prSet/>
      <dgm:spPr/>
      <dgm:t>
        <a:bodyPr/>
        <a:lstStyle/>
        <a:p>
          <a:endParaRPr lang="en-US"/>
        </a:p>
      </dgm:t>
    </dgm:pt>
    <dgm:pt modelId="{59C64C40-67A1-4253-B246-B8624B12D379}" type="sibTrans" cxnId="{2DC1D93B-8FA9-4DDA-A3B1-B8BBDD8E88FE}">
      <dgm:prSet/>
      <dgm:spPr/>
      <dgm:t>
        <a:bodyPr/>
        <a:lstStyle/>
        <a:p>
          <a:endParaRPr lang="en-US"/>
        </a:p>
      </dgm:t>
    </dgm:pt>
    <dgm:pt modelId="{EC8E16BC-AC60-4174-B3A9-FC52610134D7}">
      <dgm:prSet/>
      <dgm:spPr/>
      <dgm:t>
        <a:bodyPr/>
        <a:lstStyle/>
        <a:p>
          <a:r>
            <a:rPr lang="en-US" b="0"/>
            <a:t>Fees = []</a:t>
          </a:r>
          <a:endParaRPr lang="en-US"/>
        </a:p>
      </dgm:t>
    </dgm:pt>
    <dgm:pt modelId="{834FCE8E-3CBF-40AB-BADC-157B8FDECD58}" type="parTrans" cxnId="{6DA5603F-E4A5-4DD0-9F8F-CA93A80D7258}">
      <dgm:prSet/>
      <dgm:spPr/>
      <dgm:t>
        <a:bodyPr/>
        <a:lstStyle/>
        <a:p>
          <a:endParaRPr lang="en-US"/>
        </a:p>
      </dgm:t>
    </dgm:pt>
    <dgm:pt modelId="{FCDC8B85-4390-4A42-8BC0-4EA3CCB16B92}" type="sibTrans" cxnId="{6DA5603F-E4A5-4DD0-9F8F-CA93A80D7258}">
      <dgm:prSet/>
      <dgm:spPr/>
      <dgm:t>
        <a:bodyPr/>
        <a:lstStyle/>
        <a:p>
          <a:endParaRPr lang="en-US"/>
        </a:p>
      </dgm:t>
    </dgm:pt>
    <dgm:pt modelId="{0DC22E50-4855-4FB8-98EE-F02F09F2E7E3}">
      <dgm:prSet/>
      <dgm:spPr/>
      <dgm:t>
        <a:bodyPr/>
        <a:lstStyle/>
        <a:p>
          <a:endParaRPr lang="en-US" dirty="0"/>
        </a:p>
      </dgm:t>
    </dgm:pt>
    <dgm:pt modelId="{BC2554EB-6B9A-48A5-A138-20AD1C436EE0}" type="parTrans" cxnId="{FF748797-A0CD-4850-A649-7D7C09E26176}">
      <dgm:prSet/>
      <dgm:spPr/>
      <dgm:t>
        <a:bodyPr/>
        <a:lstStyle/>
        <a:p>
          <a:endParaRPr lang="hi-IN"/>
        </a:p>
      </dgm:t>
    </dgm:pt>
    <dgm:pt modelId="{2D167EF2-E2DB-46CE-A613-A178E9D54B5E}" type="sibTrans" cxnId="{FF748797-A0CD-4850-A649-7D7C09E26176}">
      <dgm:prSet/>
      <dgm:spPr/>
      <dgm:t>
        <a:bodyPr/>
        <a:lstStyle/>
        <a:p>
          <a:endParaRPr lang="hi-IN"/>
        </a:p>
      </dgm:t>
    </dgm:pt>
    <dgm:pt modelId="{533F3C4B-91D6-4197-BF78-5582F79446EB}">
      <dgm:prSet/>
      <dgm:spPr/>
      <dgm:t>
        <a:bodyPr/>
        <a:lstStyle/>
        <a:p>
          <a:endParaRPr lang="en-US" dirty="0"/>
        </a:p>
      </dgm:t>
    </dgm:pt>
    <dgm:pt modelId="{14A3F1FF-4BA6-4BB6-82FE-BBAD0E33984B}" type="parTrans" cxnId="{BB58B220-15E4-49D1-AED1-4F27218E19CD}">
      <dgm:prSet/>
      <dgm:spPr/>
      <dgm:t>
        <a:bodyPr/>
        <a:lstStyle/>
        <a:p>
          <a:endParaRPr lang="hi-IN"/>
        </a:p>
      </dgm:t>
    </dgm:pt>
    <dgm:pt modelId="{EC107E81-5424-4C8E-8E78-E7772F2A9050}" type="sibTrans" cxnId="{BB58B220-15E4-49D1-AED1-4F27218E19CD}">
      <dgm:prSet/>
      <dgm:spPr/>
      <dgm:t>
        <a:bodyPr/>
        <a:lstStyle/>
        <a:p>
          <a:endParaRPr lang="hi-IN"/>
        </a:p>
      </dgm:t>
    </dgm:pt>
    <dgm:pt modelId="{E91BCAC9-B4F7-4A96-8CA3-44C66BA2BE06}" type="pres">
      <dgm:prSet presAssocID="{4A690A35-75CE-47BB-9C0D-37E50FA4AD5C}" presName="vert0" presStyleCnt="0">
        <dgm:presLayoutVars>
          <dgm:dir/>
          <dgm:animOne val="branch"/>
          <dgm:animLvl val="lvl"/>
        </dgm:presLayoutVars>
      </dgm:prSet>
      <dgm:spPr/>
    </dgm:pt>
    <dgm:pt modelId="{78DAADA6-97F6-45E1-9618-530CC8E72CBC}" type="pres">
      <dgm:prSet presAssocID="{C22218C9-E2DA-4DF0-8F3D-82DB67F5F0D4}" presName="thickLine" presStyleLbl="alignNode1" presStyleIdx="0" presStyleCnt="16"/>
      <dgm:spPr/>
    </dgm:pt>
    <dgm:pt modelId="{88FE5BB3-3572-4172-9B1C-764D11ACD285}" type="pres">
      <dgm:prSet presAssocID="{C22218C9-E2DA-4DF0-8F3D-82DB67F5F0D4}" presName="horz1" presStyleCnt="0"/>
      <dgm:spPr/>
    </dgm:pt>
    <dgm:pt modelId="{3A9551B6-D605-4330-B1F7-E3F30F8D29CB}" type="pres">
      <dgm:prSet presAssocID="{C22218C9-E2DA-4DF0-8F3D-82DB67F5F0D4}" presName="tx1" presStyleLbl="revTx" presStyleIdx="0" presStyleCnt="16"/>
      <dgm:spPr/>
    </dgm:pt>
    <dgm:pt modelId="{2B74E3C6-1817-4D66-9507-ABACDAEF6BBA}" type="pres">
      <dgm:prSet presAssocID="{C22218C9-E2DA-4DF0-8F3D-82DB67F5F0D4}" presName="vert1" presStyleCnt="0"/>
      <dgm:spPr/>
    </dgm:pt>
    <dgm:pt modelId="{923A6DDC-B6A8-4FAA-A5EA-96320242EEF4}" type="pres">
      <dgm:prSet presAssocID="{4DD2F8A9-BD62-4560-925A-882C38077075}" presName="thickLine" presStyleLbl="alignNode1" presStyleIdx="1" presStyleCnt="16"/>
      <dgm:spPr/>
    </dgm:pt>
    <dgm:pt modelId="{B614D22D-9DEE-4CF5-9AC8-E85EF960C7F2}" type="pres">
      <dgm:prSet presAssocID="{4DD2F8A9-BD62-4560-925A-882C38077075}" presName="horz1" presStyleCnt="0"/>
      <dgm:spPr/>
    </dgm:pt>
    <dgm:pt modelId="{6A0EA3E7-78A8-4D8B-A720-58595D5EC188}" type="pres">
      <dgm:prSet presAssocID="{4DD2F8A9-BD62-4560-925A-882C38077075}" presName="tx1" presStyleLbl="revTx" presStyleIdx="1" presStyleCnt="16"/>
      <dgm:spPr/>
    </dgm:pt>
    <dgm:pt modelId="{1236EB76-3ED2-45BE-BBE8-5D856CB3829C}" type="pres">
      <dgm:prSet presAssocID="{4DD2F8A9-BD62-4560-925A-882C38077075}" presName="vert1" presStyleCnt="0"/>
      <dgm:spPr/>
    </dgm:pt>
    <dgm:pt modelId="{F4928E3C-23D8-4313-9137-775875E69486}" type="pres">
      <dgm:prSet presAssocID="{6A8C03F0-BA3D-4F65-9374-35DAE35B0948}" presName="thickLine" presStyleLbl="alignNode1" presStyleIdx="2" presStyleCnt="16"/>
      <dgm:spPr/>
    </dgm:pt>
    <dgm:pt modelId="{865C931F-BFD1-4A44-8708-85F6443E1A29}" type="pres">
      <dgm:prSet presAssocID="{6A8C03F0-BA3D-4F65-9374-35DAE35B0948}" presName="horz1" presStyleCnt="0"/>
      <dgm:spPr/>
    </dgm:pt>
    <dgm:pt modelId="{7559592C-C40E-4286-8E60-06D41DCA0AB3}" type="pres">
      <dgm:prSet presAssocID="{6A8C03F0-BA3D-4F65-9374-35DAE35B0948}" presName="tx1" presStyleLbl="revTx" presStyleIdx="2" presStyleCnt="16"/>
      <dgm:spPr/>
    </dgm:pt>
    <dgm:pt modelId="{760FC46D-70CC-4C1B-B45D-BFE461B8CE05}" type="pres">
      <dgm:prSet presAssocID="{6A8C03F0-BA3D-4F65-9374-35DAE35B0948}" presName="vert1" presStyleCnt="0"/>
      <dgm:spPr/>
    </dgm:pt>
    <dgm:pt modelId="{5A67F6B5-88DE-43A6-8071-0CF9D0D1DF78}" type="pres">
      <dgm:prSet presAssocID="{0DC22E50-4855-4FB8-98EE-F02F09F2E7E3}" presName="thickLine" presStyleLbl="alignNode1" presStyleIdx="3" presStyleCnt="16"/>
      <dgm:spPr/>
    </dgm:pt>
    <dgm:pt modelId="{DF49C8B4-861A-4419-81C3-F40112A50F71}" type="pres">
      <dgm:prSet presAssocID="{0DC22E50-4855-4FB8-98EE-F02F09F2E7E3}" presName="horz1" presStyleCnt="0"/>
      <dgm:spPr/>
    </dgm:pt>
    <dgm:pt modelId="{50FB868A-29D9-4599-AF98-FDB31BBA0871}" type="pres">
      <dgm:prSet presAssocID="{0DC22E50-4855-4FB8-98EE-F02F09F2E7E3}" presName="tx1" presStyleLbl="revTx" presStyleIdx="3" presStyleCnt="16"/>
      <dgm:spPr/>
    </dgm:pt>
    <dgm:pt modelId="{8759266D-6529-4449-AAAD-FB106F6851D2}" type="pres">
      <dgm:prSet presAssocID="{0DC22E50-4855-4FB8-98EE-F02F09F2E7E3}" presName="vert1" presStyleCnt="0"/>
      <dgm:spPr/>
    </dgm:pt>
    <dgm:pt modelId="{56C86D0E-8B38-4563-97A1-1A1C343D1166}" type="pres">
      <dgm:prSet presAssocID="{BF981B48-A366-4016-8843-6311BB974C5A}" presName="thickLine" presStyleLbl="alignNode1" presStyleIdx="4" presStyleCnt="16"/>
      <dgm:spPr/>
    </dgm:pt>
    <dgm:pt modelId="{887E7E66-5D2D-4458-A52E-EEC34CB1274A}" type="pres">
      <dgm:prSet presAssocID="{BF981B48-A366-4016-8843-6311BB974C5A}" presName="horz1" presStyleCnt="0"/>
      <dgm:spPr/>
    </dgm:pt>
    <dgm:pt modelId="{80A87DE0-7CCA-4C2E-8BA8-DB1E1B19CBC6}" type="pres">
      <dgm:prSet presAssocID="{BF981B48-A366-4016-8843-6311BB974C5A}" presName="tx1" presStyleLbl="revTx" presStyleIdx="4" presStyleCnt="16"/>
      <dgm:spPr/>
    </dgm:pt>
    <dgm:pt modelId="{6F2E8480-11DB-4122-90BD-0E8CDC328895}" type="pres">
      <dgm:prSet presAssocID="{BF981B48-A366-4016-8843-6311BB974C5A}" presName="vert1" presStyleCnt="0"/>
      <dgm:spPr/>
    </dgm:pt>
    <dgm:pt modelId="{68391606-192A-4829-A3AE-BD69BD91D026}" type="pres">
      <dgm:prSet presAssocID="{19DD67BF-ADDB-4F80-927D-2B096FC03191}" presName="thickLine" presStyleLbl="alignNode1" presStyleIdx="5" presStyleCnt="16"/>
      <dgm:spPr/>
    </dgm:pt>
    <dgm:pt modelId="{5A4D2B32-86B5-4E43-91B6-46A3B509C98D}" type="pres">
      <dgm:prSet presAssocID="{19DD67BF-ADDB-4F80-927D-2B096FC03191}" presName="horz1" presStyleCnt="0"/>
      <dgm:spPr/>
    </dgm:pt>
    <dgm:pt modelId="{E76E5DAE-B908-47ED-8C3E-3C51F34EA3BA}" type="pres">
      <dgm:prSet presAssocID="{19DD67BF-ADDB-4F80-927D-2B096FC03191}" presName="tx1" presStyleLbl="revTx" presStyleIdx="5" presStyleCnt="16"/>
      <dgm:spPr/>
    </dgm:pt>
    <dgm:pt modelId="{E6E96DD2-C44B-479B-AB33-880FB4F5E01E}" type="pres">
      <dgm:prSet presAssocID="{19DD67BF-ADDB-4F80-927D-2B096FC03191}" presName="vert1" presStyleCnt="0"/>
      <dgm:spPr/>
    </dgm:pt>
    <dgm:pt modelId="{5BBB5CB4-7A87-45FD-970A-83E1A263686C}" type="pres">
      <dgm:prSet presAssocID="{992372BD-4FE3-4B90-B223-1F54A69905EC}" presName="thickLine" presStyleLbl="alignNode1" presStyleIdx="6" presStyleCnt="16"/>
      <dgm:spPr/>
    </dgm:pt>
    <dgm:pt modelId="{54D7F70F-EDAC-4B2C-99C5-65DE337DC290}" type="pres">
      <dgm:prSet presAssocID="{992372BD-4FE3-4B90-B223-1F54A69905EC}" presName="horz1" presStyleCnt="0"/>
      <dgm:spPr/>
    </dgm:pt>
    <dgm:pt modelId="{1F983D28-2E56-42A0-8FE0-A18658B814B1}" type="pres">
      <dgm:prSet presAssocID="{992372BD-4FE3-4B90-B223-1F54A69905EC}" presName="tx1" presStyleLbl="revTx" presStyleIdx="6" presStyleCnt="16"/>
      <dgm:spPr/>
    </dgm:pt>
    <dgm:pt modelId="{CEE16957-7396-46D8-9F79-BED52D18A127}" type="pres">
      <dgm:prSet presAssocID="{992372BD-4FE3-4B90-B223-1F54A69905EC}" presName="vert1" presStyleCnt="0"/>
      <dgm:spPr/>
    </dgm:pt>
    <dgm:pt modelId="{32FAD499-F20C-4D54-8870-C83B1B6A36F6}" type="pres">
      <dgm:prSet presAssocID="{18EB96CD-F659-4C33-8404-7D052F23F99E}" presName="thickLine" presStyleLbl="alignNode1" presStyleIdx="7" presStyleCnt="16"/>
      <dgm:spPr/>
    </dgm:pt>
    <dgm:pt modelId="{06BA7B0F-FA81-40C5-89FF-DC124D4D61EB}" type="pres">
      <dgm:prSet presAssocID="{18EB96CD-F659-4C33-8404-7D052F23F99E}" presName="horz1" presStyleCnt="0"/>
      <dgm:spPr/>
    </dgm:pt>
    <dgm:pt modelId="{572DD99F-0052-468C-ADA4-C65468EB1C6D}" type="pres">
      <dgm:prSet presAssocID="{18EB96CD-F659-4C33-8404-7D052F23F99E}" presName="tx1" presStyleLbl="revTx" presStyleIdx="7" presStyleCnt="16"/>
      <dgm:spPr/>
    </dgm:pt>
    <dgm:pt modelId="{8738C756-3775-405D-A073-274D0C8185A0}" type="pres">
      <dgm:prSet presAssocID="{18EB96CD-F659-4C33-8404-7D052F23F99E}" presName="vert1" presStyleCnt="0"/>
      <dgm:spPr/>
    </dgm:pt>
    <dgm:pt modelId="{4EE3DCE5-C500-4ED4-9841-17C4A6F06403}" type="pres">
      <dgm:prSet presAssocID="{1A898F3F-B929-4122-9376-13ABEA82BBE5}" presName="thickLine" presStyleLbl="alignNode1" presStyleIdx="8" presStyleCnt="16"/>
      <dgm:spPr/>
    </dgm:pt>
    <dgm:pt modelId="{A8D50EF7-2F70-4960-8831-864AB38BDF17}" type="pres">
      <dgm:prSet presAssocID="{1A898F3F-B929-4122-9376-13ABEA82BBE5}" presName="horz1" presStyleCnt="0"/>
      <dgm:spPr/>
    </dgm:pt>
    <dgm:pt modelId="{06E90B12-66AC-422B-974F-4ACE5DB6943A}" type="pres">
      <dgm:prSet presAssocID="{1A898F3F-B929-4122-9376-13ABEA82BBE5}" presName="tx1" presStyleLbl="revTx" presStyleIdx="8" presStyleCnt="16"/>
      <dgm:spPr/>
    </dgm:pt>
    <dgm:pt modelId="{48DA92CC-01F7-4745-B6CF-312C7EA582EF}" type="pres">
      <dgm:prSet presAssocID="{1A898F3F-B929-4122-9376-13ABEA82BBE5}" presName="vert1" presStyleCnt="0"/>
      <dgm:spPr/>
    </dgm:pt>
    <dgm:pt modelId="{D58B3A6A-96B9-4AA9-8EA5-4CFA792EF5CC}" type="pres">
      <dgm:prSet presAssocID="{533F3C4B-91D6-4197-BF78-5582F79446EB}" presName="thickLine" presStyleLbl="alignNode1" presStyleIdx="9" presStyleCnt="16"/>
      <dgm:spPr/>
    </dgm:pt>
    <dgm:pt modelId="{340F24BB-B7CC-4C83-8FD1-E7F972565FF6}" type="pres">
      <dgm:prSet presAssocID="{533F3C4B-91D6-4197-BF78-5582F79446EB}" presName="horz1" presStyleCnt="0"/>
      <dgm:spPr/>
    </dgm:pt>
    <dgm:pt modelId="{141035C3-E204-4F2D-BC04-AB992521D0AA}" type="pres">
      <dgm:prSet presAssocID="{533F3C4B-91D6-4197-BF78-5582F79446EB}" presName="tx1" presStyleLbl="revTx" presStyleIdx="9" presStyleCnt="16"/>
      <dgm:spPr/>
    </dgm:pt>
    <dgm:pt modelId="{13901276-33A4-413C-8281-939117C264E2}" type="pres">
      <dgm:prSet presAssocID="{533F3C4B-91D6-4197-BF78-5582F79446EB}" presName="vert1" presStyleCnt="0"/>
      <dgm:spPr/>
    </dgm:pt>
    <dgm:pt modelId="{F2E18FC8-690B-438F-83D7-30DF175028AB}" type="pres">
      <dgm:prSet presAssocID="{A5F8D0AF-45C3-4FB1-881A-E04B67D1CEE6}" presName="thickLine" presStyleLbl="alignNode1" presStyleIdx="10" presStyleCnt="16"/>
      <dgm:spPr/>
    </dgm:pt>
    <dgm:pt modelId="{8959D704-0931-4BC4-87CB-BE021A2D714E}" type="pres">
      <dgm:prSet presAssocID="{A5F8D0AF-45C3-4FB1-881A-E04B67D1CEE6}" presName="horz1" presStyleCnt="0"/>
      <dgm:spPr/>
    </dgm:pt>
    <dgm:pt modelId="{723858AA-DC50-47A4-9850-C67AEC9192E8}" type="pres">
      <dgm:prSet presAssocID="{A5F8D0AF-45C3-4FB1-881A-E04B67D1CEE6}" presName="tx1" presStyleLbl="revTx" presStyleIdx="10" presStyleCnt="16"/>
      <dgm:spPr/>
    </dgm:pt>
    <dgm:pt modelId="{AD3BA3D6-74B4-4B32-B4B4-4F1C49D3D4DA}" type="pres">
      <dgm:prSet presAssocID="{A5F8D0AF-45C3-4FB1-881A-E04B67D1CEE6}" presName="vert1" presStyleCnt="0"/>
      <dgm:spPr/>
    </dgm:pt>
    <dgm:pt modelId="{AC312072-B775-4479-BCB1-A3772C29E7E1}" type="pres">
      <dgm:prSet presAssocID="{FD2075D7-B0CB-4170-A5F1-307D32A3D77E}" presName="thickLine" presStyleLbl="alignNode1" presStyleIdx="11" presStyleCnt="16"/>
      <dgm:spPr/>
    </dgm:pt>
    <dgm:pt modelId="{59658B7F-A600-4A4B-9CA5-6473850EDEFD}" type="pres">
      <dgm:prSet presAssocID="{FD2075D7-B0CB-4170-A5F1-307D32A3D77E}" presName="horz1" presStyleCnt="0"/>
      <dgm:spPr/>
    </dgm:pt>
    <dgm:pt modelId="{1C7BFADB-F836-4403-8A5C-525054A6CC9D}" type="pres">
      <dgm:prSet presAssocID="{FD2075D7-B0CB-4170-A5F1-307D32A3D77E}" presName="tx1" presStyleLbl="revTx" presStyleIdx="11" presStyleCnt="16"/>
      <dgm:spPr/>
    </dgm:pt>
    <dgm:pt modelId="{609EC686-DF78-48B3-8F66-E58DF586EB79}" type="pres">
      <dgm:prSet presAssocID="{FD2075D7-B0CB-4170-A5F1-307D32A3D77E}" presName="vert1" presStyleCnt="0"/>
      <dgm:spPr/>
    </dgm:pt>
    <dgm:pt modelId="{1BE4E3C2-2FCB-4583-9DA8-415D37B4FDFC}" type="pres">
      <dgm:prSet presAssocID="{734AC290-4000-45E4-B063-9B16930F9400}" presName="thickLine" presStyleLbl="alignNode1" presStyleIdx="12" presStyleCnt="16"/>
      <dgm:spPr/>
    </dgm:pt>
    <dgm:pt modelId="{2ED54304-E5F4-48F8-B0F4-320ACBBE8D4E}" type="pres">
      <dgm:prSet presAssocID="{734AC290-4000-45E4-B063-9B16930F9400}" presName="horz1" presStyleCnt="0"/>
      <dgm:spPr/>
    </dgm:pt>
    <dgm:pt modelId="{88D67904-DACC-44B9-96BA-6A816DBF71ED}" type="pres">
      <dgm:prSet presAssocID="{734AC290-4000-45E4-B063-9B16930F9400}" presName="tx1" presStyleLbl="revTx" presStyleIdx="12" presStyleCnt="16"/>
      <dgm:spPr/>
    </dgm:pt>
    <dgm:pt modelId="{91EB3A3E-2BDA-4AB2-8A2F-989F9FA25584}" type="pres">
      <dgm:prSet presAssocID="{734AC290-4000-45E4-B063-9B16930F9400}" presName="vert1" presStyleCnt="0"/>
      <dgm:spPr/>
    </dgm:pt>
    <dgm:pt modelId="{99DF11B3-9875-411D-ADF0-C6FECBCB1151}" type="pres">
      <dgm:prSet presAssocID="{7EF92A51-57CE-4EAD-8217-51324CC53726}" presName="thickLine" presStyleLbl="alignNode1" presStyleIdx="13" presStyleCnt="16"/>
      <dgm:spPr/>
    </dgm:pt>
    <dgm:pt modelId="{471D0624-7909-4283-982F-841F39AFB2AE}" type="pres">
      <dgm:prSet presAssocID="{7EF92A51-57CE-4EAD-8217-51324CC53726}" presName="horz1" presStyleCnt="0"/>
      <dgm:spPr/>
    </dgm:pt>
    <dgm:pt modelId="{2C3EF753-217D-4B4F-91E9-3C1FBDF7E6F6}" type="pres">
      <dgm:prSet presAssocID="{7EF92A51-57CE-4EAD-8217-51324CC53726}" presName="tx1" presStyleLbl="revTx" presStyleIdx="13" presStyleCnt="16"/>
      <dgm:spPr/>
    </dgm:pt>
    <dgm:pt modelId="{58F80F9B-83F9-422E-B67F-69614A201C99}" type="pres">
      <dgm:prSet presAssocID="{7EF92A51-57CE-4EAD-8217-51324CC53726}" presName="vert1" presStyleCnt="0"/>
      <dgm:spPr/>
    </dgm:pt>
    <dgm:pt modelId="{A9DB76E9-9AAC-4593-B4A0-B2E295E0AACD}" type="pres">
      <dgm:prSet presAssocID="{D20849CC-56D8-4C01-A9E4-13831C923584}" presName="thickLine" presStyleLbl="alignNode1" presStyleIdx="14" presStyleCnt="16"/>
      <dgm:spPr/>
    </dgm:pt>
    <dgm:pt modelId="{023296A7-838E-4C85-AEAF-BC8D05AE1F62}" type="pres">
      <dgm:prSet presAssocID="{D20849CC-56D8-4C01-A9E4-13831C923584}" presName="horz1" presStyleCnt="0"/>
      <dgm:spPr/>
    </dgm:pt>
    <dgm:pt modelId="{5C5598EE-ECBB-4A9F-85A1-D3B44797CCB8}" type="pres">
      <dgm:prSet presAssocID="{D20849CC-56D8-4C01-A9E4-13831C923584}" presName="tx1" presStyleLbl="revTx" presStyleIdx="14" presStyleCnt="16"/>
      <dgm:spPr/>
    </dgm:pt>
    <dgm:pt modelId="{9A9E38B4-BD76-4D21-901E-FE99079BFD13}" type="pres">
      <dgm:prSet presAssocID="{D20849CC-56D8-4C01-A9E4-13831C923584}" presName="vert1" presStyleCnt="0"/>
      <dgm:spPr/>
    </dgm:pt>
    <dgm:pt modelId="{9C738440-8634-4E29-909B-12B382A9D41A}" type="pres">
      <dgm:prSet presAssocID="{EC8E16BC-AC60-4174-B3A9-FC52610134D7}" presName="thickLine" presStyleLbl="alignNode1" presStyleIdx="15" presStyleCnt="16"/>
      <dgm:spPr/>
    </dgm:pt>
    <dgm:pt modelId="{96577B94-0057-43C3-BCDB-61B21B8C77B7}" type="pres">
      <dgm:prSet presAssocID="{EC8E16BC-AC60-4174-B3A9-FC52610134D7}" presName="horz1" presStyleCnt="0"/>
      <dgm:spPr/>
    </dgm:pt>
    <dgm:pt modelId="{60D7DA3C-4F22-4B5C-AFB0-BB96B57752EB}" type="pres">
      <dgm:prSet presAssocID="{EC8E16BC-AC60-4174-B3A9-FC52610134D7}" presName="tx1" presStyleLbl="revTx" presStyleIdx="15" presStyleCnt="16"/>
      <dgm:spPr/>
    </dgm:pt>
    <dgm:pt modelId="{2468E27D-9A81-4391-90B0-E3D72408FF04}" type="pres">
      <dgm:prSet presAssocID="{EC8E16BC-AC60-4174-B3A9-FC52610134D7}" presName="vert1" presStyleCnt="0"/>
      <dgm:spPr/>
    </dgm:pt>
  </dgm:ptLst>
  <dgm:cxnLst>
    <dgm:cxn modelId="{D53BD00C-ED33-4979-BF49-DC3BC24137F6}" srcId="{4A690A35-75CE-47BB-9C0D-37E50FA4AD5C}" destId="{BF981B48-A366-4016-8843-6311BB974C5A}" srcOrd="4" destOrd="0" parTransId="{3337B2F8-73ED-4289-9029-70B20BAC3C3C}" sibTransId="{D94E9DB4-D1BB-42CE-B589-AF11FF6AC4DD}"/>
    <dgm:cxn modelId="{BB58B220-15E4-49D1-AED1-4F27218E19CD}" srcId="{4A690A35-75CE-47BB-9C0D-37E50FA4AD5C}" destId="{533F3C4B-91D6-4197-BF78-5582F79446EB}" srcOrd="9" destOrd="0" parTransId="{14A3F1FF-4BA6-4BB6-82FE-BBAD0E33984B}" sibTransId="{EC107E81-5424-4C8E-8E78-E7772F2A9050}"/>
    <dgm:cxn modelId="{E40F442A-07BA-4F85-AAB2-F1EE617B8FA8}" srcId="{4A690A35-75CE-47BB-9C0D-37E50FA4AD5C}" destId="{FD2075D7-B0CB-4170-A5F1-307D32A3D77E}" srcOrd="11" destOrd="0" parTransId="{39951DD9-FC79-4D02-9621-47152D8ED8F3}" sibTransId="{6728332D-0F72-4418-91BD-B3FD02134574}"/>
    <dgm:cxn modelId="{95EA712E-BF36-46B9-91A9-914E8A3B1012}" srcId="{4A690A35-75CE-47BB-9C0D-37E50FA4AD5C}" destId="{1A898F3F-B929-4122-9376-13ABEA82BBE5}" srcOrd="8" destOrd="0" parTransId="{A0861CB8-685D-4E6D-99AF-46C315C3915A}" sibTransId="{18A0D0CE-0A7D-4A81-A8C7-36AD65FB4753}"/>
    <dgm:cxn modelId="{BF9C613B-50E8-465D-B1FF-0349BA167C1C}" type="presOf" srcId="{C22218C9-E2DA-4DF0-8F3D-82DB67F5F0D4}" destId="{3A9551B6-D605-4330-B1F7-E3F30F8D29CB}" srcOrd="0" destOrd="0" presId="urn:microsoft.com/office/officeart/2008/layout/LinedList"/>
    <dgm:cxn modelId="{2DC1D93B-8FA9-4DDA-A3B1-B8BBDD8E88FE}" srcId="{4A690A35-75CE-47BB-9C0D-37E50FA4AD5C}" destId="{D20849CC-56D8-4C01-A9E4-13831C923584}" srcOrd="14" destOrd="0" parTransId="{5D58AA70-C25E-4631-9CAD-4183F8ABAF2E}" sibTransId="{59C64C40-67A1-4253-B246-B8624B12D379}"/>
    <dgm:cxn modelId="{BF257D3C-89F4-4B78-BEB0-0A96DB58A2AD}" srcId="{4A690A35-75CE-47BB-9C0D-37E50FA4AD5C}" destId="{A5F8D0AF-45C3-4FB1-881A-E04B67D1CEE6}" srcOrd="10" destOrd="0" parTransId="{63FA06B8-64AA-4648-9740-D4C443FFB6BC}" sibTransId="{500C425B-B506-427B-8836-1C657C52CCCC}"/>
    <dgm:cxn modelId="{A65AA73C-7EE0-4C19-99C7-C5A6BCC1926A}" type="presOf" srcId="{EC8E16BC-AC60-4174-B3A9-FC52610134D7}" destId="{60D7DA3C-4F22-4B5C-AFB0-BB96B57752EB}" srcOrd="0" destOrd="0" presId="urn:microsoft.com/office/officeart/2008/layout/LinedList"/>
    <dgm:cxn modelId="{6DA5603F-E4A5-4DD0-9F8F-CA93A80D7258}" srcId="{4A690A35-75CE-47BB-9C0D-37E50FA4AD5C}" destId="{EC8E16BC-AC60-4174-B3A9-FC52610134D7}" srcOrd="15" destOrd="0" parTransId="{834FCE8E-3CBF-40AB-BADC-157B8FDECD58}" sibTransId="{FCDC8B85-4390-4A42-8BC0-4EA3CCB16B92}"/>
    <dgm:cxn modelId="{35AC6F52-C705-4876-8266-C57E51CB8DCE}" type="presOf" srcId="{533F3C4B-91D6-4197-BF78-5582F79446EB}" destId="{141035C3-E204-4F2D-BC04-AB992521D0AA}" srcOrd="0" destOrd="0" presId="urn:microsoft.com/office/officeart/2008/layout/LinedList"/>
    <dgm:cxn modelId="{3019A553-F83D-4E28-81EE-C9617BE6D5AB}" type="presOf" srcId="{734AC290-4000-45E4-B063-9B16930F9400}" destId="{88D67904-DACC-44B9-96BA-6A816DBF71ED}" srcOrd="0" destOrd="0" presId="urn:microsoft.com/office/officeart/2008/layout/LinedList"/>
    <dgm:cxn modelId="{C6C66076-AE24-4F25-A035-EB88EDD6CE5A}" type="presOf" srcId="{19DD67BF-ADDB-4F80-927D-2B096FC03191}" destId="{E76E5DAE-B908-47ED-8C3E-3C51F34EA3BA}" srcOrd="0" destOrd="0" presId="urn:microsoft.com/office/officeart/2008/layout/LinedList"/>
    <dgm:cxn modelId="{3305CC76-CFBA-4E31-8807-1F98BC5627D7}" type="presOf" srcId="{992372BD-4FE3-4B90-B223-1F54A69905EC}" destId="{1F983D28-2E56-42A0-8FE0-A18658B814B1}" srcOrd="0" destOrd="0" presId="urn:microsoft.com/office/officeart/2008/layout/LinedList"/>
    <dgm:cxn modelId="{0E15D17F-364E-4AD6-87F0-3AB14CA4B2F2}" type="presOf" srcId="{1A898F3F-B929-4122-9376-13ABEA82BBE5}" destId="{06E90B12-66AC-422B-974F-4ACE5DB6943A}" srcOrd="0" destOrd="0" presId="urn:microsoft.com/office/officeart/2008/layout/LinedList"/>
    <dgm:cxn modelId="{22F19883-DFB8-4201-9AC1-789ABD33A245}" type="presOf" srcId="{D20849CC-56D8-4C01-A9E4-13831C923584}" destId="{5C5598EE-ECBB-4A9F-85A1-D3B44797CCB8}" srcOrd="0" destOrd="0" presId="urn:microsoft.com/office/officeart/2008/layout/LinedList"/>
    <dgm:cxn modelId="{40BF4384-E937-4EFC-9265-C580CCADE530}" type="presOf" srcId="{FD2075D7-B0CB-4170-A5F1-307D32A3D77E}" destId="{1C7BFADB-F836-4403-8A5C-525054A6CC9D}" srcOrd="0" destOrd="0" presId="urn:microsoft.com/office/officeart/2008/layout/LinedList"/>
    <dgm:cxn modelId="{A4184585-D484-41CE-B4A4-E0B72810DD1D}" srcId="{4A690A35-75CE-47BB-9C0D-37E50FA4AD5C}" destId="{6A8C03F0-BA3D-4F65-9374-35DAE35B0948}" srcOrd="2" destOrd="0" parTransId="{14098BA4-75CF-46EA-8DE9-6B2BD62C7A79}" sibTransId="{24964C56-5B6F-4099-A10D-1143621C6D52}"/>
    <dgm:cxn modelId="{B212958D-2298-4CDB-907D-4F8A8F072A90}" srcId="{4A690A35-75CE-47BB-9C0D-37E50FA4AD5C}" destId="{992372BD-4FE3-4B90-B223-1F54A69905EC}" srcOrd="6" destOrd="0" parTransId="{6DCC303B-8256-4EE0-BD6B-1A34537A8E28}" sibTransId="{61980A47-0FB0-46F3-A944-3563502BFCC1}"/>
    <dgm:cxn modelId="{19FBB091-3E71-4EF0-940B-983620BF87BD}" srcId="{4A690A35-75CE-47BB-9C0D-37E50FA4AD5C}" destId="{734AC290-4000-45E4-B063-9B16930F9400}" srcOrd="12" destOrd="0" parTransId="{AD3D7DFC-2DB5-43F4-9514-A02115F04EA8}" sibTransId="{2DAC539B-E6EE-4F9C-B02C-02012C637AD9}"/>
    <dgm:cxn modelId="{FF748797-A0CD-4850-A649-7D7C09E26176}" srcId="{4A690A35-75CE-47BB-9C0D-37E50FA4AD5C}" destId="{0DC22E50-4855-4FB8-98EE-F02F09F2E7E3}" srcOrd="3" destOrd="0" parTransId="{BC2554EB-6B9A-48A5-A138-20AD1C436EE0}" sibTransId="{2D167EF2-E2DB-46CE-A613-A178E9D54B5E}"/>
    <dgm:cxn modelId="{CF70349F-BB5F-4001-AC5B-C3E6D6262D71}" srcId="{4A690A35-75CE-47BB-9C0D-37E50FA4AD5C}" destId="{19DD67BF-ADDB-4F80-927D-2B096FC03191}" srcOrd="5" destOrd="0" parTransId="{3BB8BE50-2541-43E9-9D20-46734D4337BF}" sibTransId="{F34CD7BD-C4CD-454C-ACEA-163067ABCB1F}"/>
    <dgm:cxn modelId="{998187A1-E14E-4336-B540-4929D19EB402}" type="presOf" srcId="{A5F8D0AF-45C3-4FB1-881A-E04B67D1CEE6}" destId="{723858AA-DC50-47A4-9850-C67AEC9192E8}" srcOrd="0" destOrd="0" presId="urn:microsoft.com/office/officeart/2008/layout/LinedList"/>
    <dgm:cxn modelId="{D4F83CAC-6A6E-414C-8AA6-1C5797CC20BC}" srcId="{4A690A35-75CE-47BB-9C0D-37E50FA4AD5C}" destId="{7EF92A51-57CE-4EAD-8217-51324CC53726}" srcOrd="13" destOrd="0" parTransId="{5FC14425-8AAF-4B7F-993F-DEC70DC99871}" sibTransId="{4DE6034F-294B-4D2E-9D8F-2DD23F97F7BF}"/>
    <dgm:cxn modelId="{6EBAC8B1-F4AA-459A-946E-62717DAE0B57}" srcId="{4A690A35-75CE-47BB-9C0D-37E50FA4AD5C}" destId="{18EB96CD-F659-4C33-8404-7D052F23F99E}" srcOrd="7" destOrd="0" parTransId="{A161B344-489F-4FEB-99FF-8522EC1A0DB2}" sibTransId="{1C7E1791-13FF-46F7-810E-DDFADE5CFED6}"/>
    <dgm:cxn modelId="{A57AC9B6-A3DD-4FEF-B5FA-3AFADEEB6A56}" srcId="{4A690A35-75CE-47BB-9C0D-37E50FA4AD5C}" destId="{4DD2F8A9-BD62-4560-925A-882C38077075}" srcOrd="1" destOrd="0" parTransId="{DBA77A60-9091-41AC-AE12-C11665E7BD1A}" sibTransId="{2E1A4E54-4B86-44DD-88F1-A71430196B6F}"/>
    <dgm:cxn modelId="{B5DA80B8-4281-45F2-93E1-E9A35001D901}" type="presOf" srcId="{BF981B48-A366-4016-8843-6311BB974C5A}" destId="{80A87DE0-7CCA-4C2E-8BA8-DB1E1B19CBC6}" srcOrd="0" destOrd="0" presId="urn:microsoft.com/office/officeart/2008/layout/LinedList"/>
    <dgm:cxn modelId="{92C65EC2-A027-4AF2-BEEF-D7AC26E1220C}" type="presOf" srcId="{7EF92A51-57CE-4EAD-8217-51324CC53726}" destId="{2C3EF753-217D-4B4F-91E9-3C1FBDF7E6F6}" srcOrd="0" destOrd="0" presId="urn:microsoft.com/office/officeart/2008/layout/LinedList"/>
    <dgm:cxn modelId="{F9B5BBD6-1BCD-4426-8D01-6BF8860C54DF}" type="presOf" srcId="{0DC22E50-4855-4FB8-98EE-F02F09F2E7E3}" destId="{50FB868A-29D9-4599-AF98-FDB31BBA0871}" srcOrd="0" destOrd="0" presId="urn:microsoft.com/office/officeart/2008/layout/LinedList"/>
    <dgm:cxn modelId="{02C578E1-F142-4648-A00E-E17DACA81BD8}" type="presOf" srcId="{4DD2F8A9-BD62-4560-925A-882C38077075}" destId="{6A0EA3E7-78A8-4D8B-A720-58595D5EC188}" srcOrd="0" destOrd="0" presId="urn:microsoft.com/office/officeart/2008/layout/LinedList"/>
    <dgm:cxn modelId="{50EC84E1-F95F-462F-BABF-32CFC37A6EF1}" type="presOf" srcId="{4A690A35-75CE-47BB-9C0D-37E50FA4AD5C}" destId="{E91BCAC9-B4F7-4A96-8CA3-44C66BA2BE06}" srcOrd="0" destOrd="0" presId="urn:microsoft.com/office/officeart/2008/layout/LinedList"/>
    <dgm:cxn modelId="{A235E0E4-DED4-4BC0-9558-77B1BF73C7BB}" type="presOf" srcId="{18EB96CD-F659-4C33-8404-7D052F23F99E}" destId="{572DD99F-0052-468C-ADA4-C65468EB1C6D}" srcOrd="0" destOrd="0" presId="urn:microsoft.com/office/officeart/2008/layout/LinedList"/>
    <dgm:cxn modelId="{55DCC5F8-ED7D-4D2F-966C-B169AF51A827}" srcId="{4A690A35-75CE-47BB-9C0D-37E50FA4AD5C}" destId="{C22218C9-E2DA-4DF0-8F3D-82DB67F5F0D4}" srcOrd="0" destOrd="0" parTransId="{F3898B8C-1B95-48B7-A030-56C88D5E9F52}" sibTransId="{D6A56B4B-554C-4C84-BDD4-C03F97E5F59E}"/>
    <dgm:cxn modelId="{2B58ABFB-E463-4CB7-B546-E8E021A35278}" type="presOf" srcId="{6A8C03F0-BA3D-4F65-9374-35DAE35B0948}" destId="{7559592C-C40E-4286-8E60-06D41DCA0AB3}" srcOrd="0" destOrd="0" presId="urn:microsoft.com/office/officeart/2008/layout/LinedList"/>
    <dgm:cxn modelId="{4570A032-0B35-4717-9E21-70CF3E0EEF7B}" type="presParOf" srcId="{E91BCAC9-B4F7-4A96-8CA3-44C66BA2BE06}" destId="{78DAADA6-97F6-45E1-9618-530CC8E72CBC}" srcOrd="0" destOrd="0" presId="urn:microsoft.com/office/officeart/2008/layout/LinedList"/>
    <dgm:cxn modelId="{50DB2663-597F-4DD4-A546-B8EFB3FEC0C7}" type="presParOf" srcId="{E91BCAC9-B4F7-4A96-8CA3-44C66BA2BE06}" destId="{88FE5BB3-3572-4172-9B1C-764D11ACD285}" srcOrd="1" destOrd="0" presId="urn:microsoft.com/office/officeart/2008/layout/LinedList"/>
    <dgm:cxn modelId="{F7F16C89-6F4B-4A93-B6B7-5E045E4F486C}" type="presParOf" srcId="{88FE5BB3-3572-4172-9B1C-764D11ACD285}" destId="{3A9551B6-D605-4330-B1F7-E3F30F8D29CB}" srcOrd="0" destOrd="0" presId="urn:microsoft.com/office/officeart/2008/layout/LinedList"/>
    <dgm:cxn modelId="{38014ADD-2DBB-4AFB-8AC6-2B7202C31CFC}" type="presParOf" srcId="{88FE5BB3-3572-4172-9B1C-764D11ACD285}" destId="{2B74E3C6-1817-4D66-9507-ABACDAEF6BBA}" srcOrd="1" destOrd="0" presId="urn:microsoft.com/office/officeart/2008/layout/LinedList"/>
    <dgm:cxn modelId="{F159F50F-1A0E-4533-99EA-0D1444F1F38F}" type="presParOf" srcId="{E91BCAC9-B4F7-4A96-8CA3-44C66BA2BE06}" destId="{923A6DDC-B6A8-4FAA-A5EA-96320242EEF4}" srcOrd="2" destOrd="0" presId="urn:microsoft.com/office/officeart/2008/layout/LinedList"/>
    <dgm:cxn modelId="{1A1009B7-4D87-42E2-B127-0C3D360942D2}" type="presParOf" srcId="{E91BCAC9-B4F7-4A96-8CA3-44C66BA2BE06}" destId="{B614D22D-9DEE-4CF5-9AC8-E85EF960C7F2}" srcOrd="3" destOrd="0" presId="urn:microsoft.com/office/officeart/2008/layout/LinedList"/>
    <dgm:cxn modelId="{1322959F-D137-42BC-AC9F-AC310EB60DE7}" type="presParOf" srcId="{B614D22D-9DEE-4CF5-9AC8-E85EF960C7F2}" destId="{6A0EA3E7-78A8-4D8B-A720-58595D5EC188}" srcOrd="0" destOrd="0" presId="urn:microsoft.com/office/officeart/2008/layout/LinedList"/>
    <dgm:cxn modelId="{B6E15FFC-4819-4ABB-AD11-BC76594C8A25}" type="presParOf" srcId="{B614D22D-9DEE-4CF5-9AC8-E85EF960C7F2}" destId="{1236EB76-3ED2-45BE-BBE8-5D856CB3829C}" srcOrd="1" destOrd="0" presId="urn:microsoft.com/office/officeart/2008/layout/LinedList"/>
    <dgm:cxn modelId="{D3CC3AD7-FE32-48B0-B6BE-3361AC6CA3B5}" type="presParOf" srcId="{E91BCAC9-B4F7-4A96-8CA3-44C66BA2BE06}" destId="{F4928E3C-23D8-4313-9137-775875E69486}" srcOrd="4" destOrd="0" presId="urn:microsoft.com/office/officeart/2008/layout/LinedList"/>
    <dgm:cxn modelId="{8C0B7C60-B7B2-412E-A9EE-5443FFEE49F9}" type="presParOf" srcId="{E91BCAC9-B4F7-4A96-8CA3-44C66BA2BE06}" destId="{865C931F-BFD1-4A44-8708-85F6443E1A29}" srcOrd="5" destOrd="0" presId="urn:microsoft.com/office/officeart/2008/layout/LinedList"/>
    <dgm:cxn modelId="{B456E68D-9776-424C-94B8-9F35FCEC374D}" type="presParOf" srcId="{865C931F-BFD1-4A44-8708-85F6443E1A29}" destId="{7559592C-C40E-4286-8E60-06D41DCA0AB3}" srcOrd="0" destOrd="0" presId="urn:microsoft.com/office/officeart/2008/layout/LinedList"/>
    <dgm:cxn modelId="{80694E85-B7A8-49D7-98E1-4279F615E860}" type="presParOf" srcId="{865C931F-BFD1-4A44-8708-85F6443E1A29}" destId="{760FC46D-70CC-4C1B-B45D-BFE461B8CE05}" srcOrd="1" destOrd="0" presId="urn:microsoft.com/office/officeart/2008/layout/LinedList"/>
    <dgm:cxn modelId="{EA8AC909-51B8-4A57-A4B6-017479E23A43}" type="presParOf" srcId="{E91BCAC9-B4F7-4A96-8CA3-44C66BA2BE06}" destId="{5A67F6B5-88DE-43A6-8071-0CF9D0D1DF78}" srcOrd="6" destOrd="0" presId="urn:microsoft.com/office/officeart/2008/layout/LinedList"/>
    <dgm:cxn modelId="{27647BE8-4DDD-4A83-A921-2C8BB49E6581}" type="presParOf" srcId="{E91BCAC9-B4F7-4A96-8CA3-44C66BA2BE06}" destId="{DF49C8B4-861A-4419-81C3-F40112A50F71}" srcOrd="7" destOrd="0" presId="urn:microsoft.com/office/officeart/2008/layout/LinedList"/>
    <dgm:cxn modelId="{DA5B6A5F-CC6C-4043-95FA-CCC26C0641FF}" type="presParOf" srcId="{DF49C8B4-861A-4419-81C3-F40112A50F71}" destId="{50FB868A-29D9-4599-AF98-FDB31BBA0871}" srcOrd="0" destOrd="0" presId="urn:microsoft.com/office/officeart/2008/layout/LinedList"/>
    <dgm:cxn modelId="{49A1898F-3545-4573-BD68-46948D7779E5}" type="presParOf" srcId="{DF49C8B4-861A-4419-81C3-F40112A50F71}" destId="{8759266D-6529-4449-AAAD-FB106F6851D2}" srcOrd="1" destOrd="0" presId="urn:microsoft.com/office/officeart/2008/layout/LinedList"/>
    <dgm:cxn modelId="{AB1CB6C2-73C1-440D-ADFA-B0355878F643}" type="presParOf" srcId="{E91BCAC9-B4F7-4A96-8CA3-44C66BA2BE06}" destId="{56C86D0E-8B38-4563-97A1-1A1C343D1166}" srcOrd="8" destOrd="0" presId="urn:microsoft.com/office/officeart/2008/layout/LinedList"/>
    <dgm:cxn modelId="{FAB77881-A773-4C15-8AB1-99E58AFE9B7C}" type="presParOf" srcId="{E91BCAC9-B4F7-4A96-8CA3-44C66BA2BE06}" destId="{887E7E66-5D2D-4458-A52E-EEC34CB1274A}" srcOrd="9" destOrd="0" presId="urn:microsoft.com/office/officeart/2008/layout/LinedList"/>
    <dgm:cxn modelId="{B6999392-6A9A-4089-AE66-CB010ECC49EB}" type="presParOf" srcId="{887E7E66-5D2D-4458-A52E-EEC34CB1274A}" destId="{80A87DE0-7CCA-4C2E-8BA8-DB1E1B19CBC6}" srcOrd="0" destOrd="0" presId="urn:microsoft.com/office/officeart/2008/layout/LinedList"/>
    <dgm:cxn modelId="{C1F4231E-2DC3-41E8-8EA2-47D3EAFB7AF6}" type="presParOf" srcId="{887E7E66-5D2D-4458-A52E-EEC34CB1274A}" destId="{6F2E8480-11DB-4122-90BD-0E8CDC328895}" srcOrd="1" destOrd="0" presId="urn:microsoft.com/office/officeart/2008/layout/LinedList"/>
    <dgm:cxn modelId="{417BEEE4-D18B-4B79-9E51-DC24502F4E08}" type="presParOf" srcId="{E91BCAC9-B4F7-4A96-8CA3-44C66BA2BE06}" destId="{68391606-192A-4829-A3AE-BD69BD91D026}" srcOrd="10" destOrd="0" presId="urn:microsoft.com/office/officeart/2008/layout/LinedList"/>
    <dgm:cxn modelId="{FF9569A1-C32A-4B16-9834-1382D90746F2}" type="presParOf" srcId="{E91BCAC9-B4F7-4A96-8CA3-44C66BA2BE06}" destId="{5A4D2B32-86B5-4E43-91B6-46A3B509C98D}" srcOrd="11" destOrd="0" presId="urn:microsoft.com/office/officeart/2008/layout/LinedList"/>
    <dgm:cxn modelId="{974FFA60-B961-411F-B3DD-9B22762138ED}" type="presParOf" srcId="{5A4D2B32-86B5-4E43-91B6-46A3B509C98D}" destId="{E76E5DAE-B908-47ED-8C3E-3C51F34EA3BA}" srcOrd="0" destOrd="0" presId="urn:microsoft.com/office/officeart/2008/layout/LinedList"/>
    <dgm:cxn modelId="{B791A9BD-5277-41F6-A25C-5E34DAD99F86}" type="presParOf" srcId="{5A4D2B32-86B5-4E43-91B6-46A3B509C98D}" destId="{E6E96DD2-C44B-479B-AB33-880FB4F5E01E}" srcOrd="1" destOrd="0" presId="urn:microsoft.com/office/officeart/2008/layout/LinedList"/>
    <dgm:cxn modelId="{CCA05B67-219D-4738-8AFD-AEE7FBE27BEB}" type="presParOf" srcId="{E91BCAC9-B4F7-4A96-8CA3-44C66BA2BE06}" destId="{5BBB5CB4-7A87-45FD-970A-83E1A263686C}" srcOrd="12" destOrd="0" presId="urn:microsoft.com/office/officeart/2008/layout/LinedList"/>
    <dgm:cxn modelId="{B12B7B41-CA78-459B-B135-BD44A378BDCC}" type="presParOf" srcId="{E91BCAC9-B4F7-4A96-8CA3-44C66BA2BE06}" destId="{54D7F70F-EDAC-4B2C-99C5-65DE337DC290}" srcOrd="13" destOrd="0" presId="urn:microsoft.com/office/officeart/2008/layout/LinedList"/>
    <dgm:cxn modelId="{FCC9F9D4-5506-49FE-B91B-8EE83F678310}" type="presParOf" srcId="{54D7F70F-EDAC-4B2C-99C5-65DE337DC290}" destId="{1F983D28-2E56-42A0-8FE0-A18658B814B1}" srcOrd="0" destOrd="0" presId="urn:microsoft.com/office/officeart/2008/layout/LinedList"/>
    <dgm:cxn modelId="{17C0B971-7325-4BD9-AB44-FC168525737A}" type="presParOf" srcId="{54D7F70F-EDAC-4B2C-99C5-65DE337DC290}" destId="{CEE16957-7396-46D8-9F79-BED52D18A127}" srcOrd="1" destOrd="0" presId="urn:microsoft.com/office/officeart/2008/layout/LinedList"/>
    <dgm:cxn modelId="{DAA6441F-2D4D-4248-AA90-3642BACB432B}" type="presParOf" srcId="{E91BCAC9-B4F7-4A96-8CA3-44C66BA2BE06}" destId="{32FAD499-F20C-4D54-8870-C83B1B6A36F6}" srcOrd="14" destOrd="0" presId="urn:microsoft.com/office/officeart/2008/layout/LinedList"/>
    <dgm:cxn modelId="{0FAB0344-7944-429E-A60A-C109059B6923}" type="presParOf" srcId="{E91BCAC9-B4F7-4A96-8CA3-44C66BA2BE06}" destId="{06BA7B0F-FA81-40C5-89FF-DC124D4D61EB}" srcOrd="15" destOrd="0" presId="urn:microsoft.com/office/officeart/2008/layout/LinedList"/>
    <dgm:cxn modelId="{BC349A9C-9BF9-4935-A5AB-6A5F732E2F9D}" type="presParOf" srcId="{06BA7B0F-FA81-40C5-89FF-DC124D4D61EB}" destId="{572DD99F-0052-468C-ADA4-C65468EB1C6D}" srcOrd="0" destOrd="0" presId="urn:microsoft.com/office/officeart/2008/layout/LinedList"/>
    <dgm:cxn modelId="{7E77B060-BA76-4EC9-A543-61D42E98E3D7}" type="presParOf" srcId="{06BA7B0F-FA81-40C5-89FF-DC124D4D61EB}" destId="{8738C756-3775-405D-A073-274D0C8185A0}" srcOrd="1" destOrd="0" presId="urn:microsoft.com/office/officeart/2008/layout/LinedList"/>
    <dgm:cxn modelId="{EBDB212D-D0A0-4508-B88A-8AA20A63AF6B}" type="presParOf" srcId="{E91BCAC9-B4F7-4A96-8CA3-44C66BA2BE06}" destId="{4EE3DCE5-C500-4ED4-9841-17C4A6F06403}" srcOrd="16" destOrd="0" presId="urn:microsoft.com/office/officeart/2008/layout/LinedList"/>
    <dgm:cxn modelId="{A6A05EED-D495-497D-A509-CF5A5FDE6E5B}" type="presParOf" srcId="{E91BCAC9-B4F7-4A96-8CA3-44C66BA2BE06}" destId="{A8D50EF7-2F70-4960-8831-864AB38BDF17}" srcOrd="17" destOrd="0" presId="urn:microsoft.com/office/officeart/2008/layout/LinedList"/>
    <dgm:cxn modelId="{41E204BD-51D7-4664-9355-2686F2586505}" type="presParOf" srcId="{A8D50EF7-2F70-4960-8831-864AB38BDF17}" destId="{06E90B12-66AC-422B-974F-4ACE5DB6943A}" srcOrd="0" destOrd="0" presId="urn:microsoft.com/office/officeart/2008/layout/LinedList"/>
    <dgm:cxn modelId="{C443A80E-E9F2-48EF-8D3F-141AF0B0FB87}" type="presParOf" srcId="{A8D50EF7-2F70-4960-8831-864AB38BDF17}" destId="{48DA92CC-01F7-4745-B6CF-312C7EA582EF}" srcOrd="1" destOrd="0" presId="urn:microsoft.com/office/officeart/2008/layout/LinedList"/>
    <dgm:cxn modelId="{3A3C704F-A81A-438B-9C82-3D11C8855B12}" type="presParOf" srcId="{E91BCAC9-B4F7-4A96-8CA3-44C66BA2BE06}" destId="{D58B3A6A-96B9-4AA9-8EA5-4CFA792EF5CC}" srcOrd="18" destOrd="0" presId="urn:microsoft.com/office/officeart/2008/layout/LinedList"/>
    <dgm:cxn modelId="{91C23F74-A3B7-45DC-B46C-F068FC5C7F06}" type="presParOf" srcId="{E91BCAC9-B4F7-4A96-8CA3-44C66BA2BE06}" destId="{340F24BB-B7CC-4C83-8FD1-E7F972565FF6}" srcOrd="19" destOrd="0" presId="urn:microsoft.com/office/officeart/2008/layout/LinedList"/>
    <dgm:cxn modelId="{595FCC42-5729-4D44-8761-CE5C9866364A}" type="presParOf" srcId="{340F24BB-B7CC-4C83-8FD1-E7F972565FF6}" destId="{141035C3-E204-4F2D-BC04-AB992521D0AA}" srcOrd="0" destOrd="0" presId="urn:microsoft.com/office/officeart/2008/layout/LinedList"/>
    <dgm:cxn modelId="{8C827DC6-B249-48CC-8179-8F60072BAF79}" type="presParOf" srcId="{340F24BB-B7CC-4C83-8FD1-E7F972565FF6}" destId="{13901276-33A4-413C-8281-939117C264E2}" srcOrd="1" destOrd="0" presId="urn:microsoft.com/office/officeart/2008/layout/LinedList"/>
    <dgm:cxn modelId="{AA4DA717-1DBD-4AA1-9BD4-3BBC2A2AC5FC}" type="presParOf" srcId="{E91BCAC9-B4F7-4A96-8CA3-44C66BA2BE06}" destId="{F2E18FC8-690B-438F-83D7-30DF175028AB}" srcOrd="20" destOrd="0" presId="urn:microsoft.com/office/officeart/2008/layout/LinedList"/>
    <dgm:cxn modelId="{5CB33F11-89AC-4716-83D6-CC248B667638}" type="presParOf" srcId="{E91BCAC9-B4F7-4A96-8CA3-44C66BA2BE06}" destId="{8959D704-0931-4BC4-87CB-BE021A2D714E}" srcOrd="21" destOrd="0" presId="urn:microsoft.com/office/officeart/2008/layout/LinedList"/>
    <dgm:cxn modelId="{4980ADB5-F561-4E32-91BE-8565B1C8DB87}" type="presParOf" srcId="{8959D704-0931-4BC4-87CB-BE021A2D714E}" destId="{723858AA-DC50-47A4-9850-C67AEC9192E8}" srcOrd="0" destOrd="0" presId="urn:microsoft.com/office/officeart/2008/layout/LinedList"/>
    <dgm:cxn modelId="{94FD6B1A-BC6E-4552-8C1F-F41E295E1F51}" type="presParOf" srcId="{8959D704-0931-4BC4-87CB-BE021A2D714E}" destId="{AD3BA3D6-74B4-4B32-B4B4-4F1C49D3D4DA}" srcOrd="1" destOrd="0" presId="urn:microsoft.com/office/officeart/2008/layout/LinedList"/>
    <dgm:cxn modelId="{07E7C517-F6A4-4BFA-8B62-1AB760051DF3}" type="presParOf" srcId="{E91BCAC9-B4F7-4A96-8CA3-44C66BA2BE06}" destId="{AC312072-B775-4479-BCB1-A3772C29E7E1}" srcOrd="22" destOrd="0" presId="urn:microsoft.com/office/officeart/2008/layout/LinedList"/>
    <dgm:cxn modelId="{AD3E53F6-AED0-42F9-9C86-0E7505BB9143}" type="presParOf" srcId="{E91BCAC9-B4F7-4A96-8CA3-44C66BA2BE06}" destId="{59658B7F-A600-4A4B-9CA5-6473850EDEFD}" srcOrd="23" destOrd="0" presId="urn:microsoft.com/office/officeart/2008/layout/LinedList"/>
    <dgm:cxn modelId="{E47E605B-6A1F-4CC4-AEC1-0BADABF05D80}" type="presParOf" srcId="{59658B7F-A600-4A4B-9CA5-6473850EDEFD}" destId="{1C7BFADB-F836-4403-8A5C-525054A6CC9D}" srcOrd="0" destOrd="0" presId="urn:microsoft.com/office/officeart/2008/layout/LinedList"/>
    <dgm:cxn modelId="{76DD13D8-8827-46FA-91EC-349ADF0B3AB2}" type="presParOf" srcId="{59658B7F-A600-4A4B-9CA5-6473850EDEFD}" destId="{609EC686-DF78-48B3-8F66-E58DF586EB79}" srcOrd="1" destOrd="0" presId="urn:microsoft.com/office/officeart/2008/layout/LinedList"/>
    <dgm:cxn modelId="{89902B9A-AC6F-497F-8371-9C9174219F30}" type="presParOf" srcId="{E91BCAC9-B4F7-4A96-8CA3-44C66BA2BE06}" destId="{1BE4E3C2-2FCB-4583-9DA8-415D37B4FDFC}" srcOrd="24" destOrd="0" presId="urn:microsoft.com/office/officeart/2008/layout/LinedList"/>
    <dgm:cxn modelId="{09BC14D6-5392-41F1-AA09-65D817F4E8D0}" type="presParOf" srcId="{E91BCAC9-B4F7-4A96-8CA3-44C66BA2BE06}" destId="{2ED54304-E5F4-48F8-B0F4-320ACBBE8D4E}" srcOrd="25" destOrd="0" presId="urn:microsoft.com/office/officeart/2008/layout/LinedList"/>
    <dgm:cxn modelId="{727C08E5-E822-475F-BFCA-D3878016A604}" type="presParOf" srcId="{2ED54304-E5F4-48F8-B0F4-320ACBBE8D4E}" destId="{88D67904-DACC-44B9-96BA-6A816DBF71ED}" srcOrd="0" destOrd="0" presId="urn:microsoft.com/office/officeart/2008/layout/LinedList"/>
    <dgm:cxn modelId="{7A53A3F1-244E-4348-91C9-019A3B10B41B}" type="presParOf" srcId="{2ED54304-E5F4-48F8-B0F4-320ACBBE8D4E}" destId="{91EB3A3E-2BDA-4AB2-8A2F-989F9FA25584}" srcOrd="1" destOrd="0" presId="urn:microsoft.com/office/officeart/2008/layout/LinedList"/>
    <dgm:cxn modelId="{B754B4AA-9AF0-490F-99BB-CE1367322810}" type="presParOf" srcId="{E91BCAC9-B4F7-4A96-8CA3-44C66BA2BE06}" destId="{99DF11B3-9875-411D-ADF0-C6FECBCB1151}" srcOrd="26" destOrd="0" presId="urn:microsoft.com/office/officeart/2008/layout/LinedList"/>
    <dgm:cxn modelId="{F7A3AC2C-70EA-460F-BF47-396CF2456CA5}" type="presParOf" srcId="{E91BCAC9-B4F7-4A96-8CA3-44C66BA2BE06}" destId="{471D0624-7909-4283-982F-841F39AFB2AE}" srcOrd="27" destOrd="0" presId="urn:microsoft.com/office/officeart/2008/layout/LinedList"/>
    <dgm:cxn modelId="{7CF99062-9BD5-4C3C-830D-F86438ED2A8C}" type="presParOf" srcId="{471D0624-7909-4283-982F-841F39AFB2AE}" destId="{2C3EF753-217D-4B4F-91E9-3C1FBDF7E6F6}" srcOrd="0" destOrd="0" presId="urn:microsoft.com/office/officeart/2008/layout/LinedList"/>
    <dgm:cxn modelId="{1BC50D97-BE6A-49FB-A2F7-3AD6AF0E4428}" type="presParOf" srcId="{471D0624-7909-4283-982F-841F39AFB2AE}" destId="{58F80F9B-83F9-422E-B67F-69614A201C99}" srcOrd="1" destOrd="0" presId="urn:microsoft.com/office/officeart/2008/layout/LinedList"/>
    <dgm:cxn modelId="{C1FA3222-4FE8-4FDA-8D6C-D9A5B0834D7F}" type="presParOf" srcId="{E91BCAC9-B4F7-4A96-8CA3-44C66BA2BE06}" destId="{A9DB76E9-9AAC-4593-B4A0-B2E295E0AACD}" srcOrd="28" destOrd="0" presId="urn:microsoft.com/office/officeart/2008/layout/LinedList"/>
    <dgm:cxn modelId="{D41152F5-23C1-4D45-A27C-49FC03CB921C}" type="presParOf" srcId="{E91BCAC9-B4F7-4A96-8CA3-44C66BA2BE06}" destId="{023296A7-838E-4C85-AEAF-BC8D05AE1F62}" srcOrd="29" destOrd="0" presId="urn:microsoft.com/office/officeart/2008/layout/LinedList"/>
    <dgm:cxn modelId="{21BA078A-88F4-4FAA-91F1-20A6C05C9103}" type="presParOf" srcId="{023296A7-838E-4C85-AEAF-BC8D05AE1F62}" destId="{5C5598EE-ECBB-4A9F-85A1-D3B44797CCB8}" srcOrd="0" destOrd="0" presId="urn:microsoft.com/office/officeart/2008/layout/LinedList"/>
    <dgm:cxn modelId="{7697A1E1-F936-4693-8338-3BEBBC5739AD}" type="presParOf" srcId="{023296A7-838E-4C85-AEAF-BC8D05AE1F62}" destId="{9A9E38B4-BD76-4D21-901E-FE99079BFD13}" srcOrd="1" destOrd="0" presId="urn:microsoft.com/office/officeart/2008/layout/LinedList"/>
    <dgm:cxn modelId="{FE42B7E2-0F23-4F42-8B8F-E76DEAE676CE}" type="presParOf" srcId="{E91BCAC9-B4F7-4A96-8CA3-44C66BA2BE06}" destId="{9C738440-8634-4E29-909B-12B382A9D41A}" srcOrd="30" destOrd="0" presId="urn:microsoft.com/office/officeart/2008/layout/LinedList"/>
    <dgm:cxn modelId="{3B50204B-3592-499C-80DB-D46508AF3ED7}" type="presParOf" srcId="{E91BCAC9-B4F7-4A96-8CA3-44C66BA2BE06}" destId="{96577B94-0057-43C3-BCDB-61B21B8C77B7}" srcOrd="31" destOrd="0" presId="urn:microsoft.com/office/officeart/2008/layout/LinedList"/>
    <dgm:cxn modelId="{23F3C940-2D54-4F33-8D67-901717BC7C8A}" type="presParOf" srcId="{96577B94-0057-43C3-BCDB-61B21B8C77B7}" destId="{60D7DA3C-4F22-4B5C-AFB0-BB96B57752EB}" srcOrd="0" destOrd="0" presId="urn:microsoft.com/office/officeart/2008/layout/LinedList"/>
    <dgm:cxn modelId="{3BA85B94-CF9B-466C-AA3E-E55B43F0B1C5}" type="presParOf" srcId="{96577B94-0057-43C3-BCDB-61B21B8C77B7}" destId="{2468E27D-9A81-4391-90B0-E3D72408FF0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4FE5233-927C-4A56-B153-25AB7D40C6E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561BAED1-FF43-43D7-8F50-D537507560E6}">
      <dgm:prSet/>
      <dgm:spPr/>
      <dgm:t>
        <a:bodyPr/>
        <a:lstStyle/>
        <a:p>
          <a:r>
            <a:rPr lang="en-US"/>
            <a:t>STEP 7:- Append them in for loop</a:t>
          </a:r>
        </a:p>
      </dgm:t>
    </dgm:pt>
    <dgm:pt modelId="{BB2C763D-FE28-4B87-A686-F4699BB6F224}" type="parTrans" cxnId="{32DBBD54-0D59-46F7-BEF1-A49D14F412D7}">
      <dgm:prSet/>
      <dgm:spPr/>
      <dgm:t>
        <a:bodyPr/>
        <a:lstStyle/>
        <a:p>
          <a:endParaRPr lang="en-US"/>
        </a:p>
      </dgm:t>
    </dgm:pt>
    <dgm:pt modelId="{3C6CB1C5-4C27-48B0-A785-FA6D2BF938B9}" type="sibTrans" cxnId="{32DBBD54-0D59-46F7-BEF1-A49D14F412D7}">
      <dgm:prSet/>
      <dgm:spPr/>
      <dgm:t>
        <a:bodyPr/>
        <a:lstStyle/>
        <a:p>
          <a:endParaRPr lang="en-US"/>
        </a:p>
      </dgm:t>
    </dgm:pt>
    <dgm:pt modelId="{5972358D-A8A9-4A34-9D30-A85F947DE93A}">
      <dgm:prSet/>
      <dgm:spPr/>
      <dgm:t>
        <a:bodyPr/>
        <a:lstStyle/>
        <a:p>
          <a:r>
            <a:rPr lang="en-IN" b="0"/>
            <a:t>for college,ownership,ranks,course in zip(collage_name,O,Ranks,ul):</a:t>
          </a:r>
          <a:endParaRPr lang="en-US"/>
        </a:p>
      </dgm:t>
    </dgm:pt>
    <dgm:pt modelId="{4839AE4B-5EB6-4709-9C81-B8478BF9760F}" type="parTrans" cxnId="{CE3B38D1-C0F2-4B8E-9806-C21197EFA078}">
      <dgm:prSet/>
      <dgm:spPr/>
      <dgm:t>
        <a:bodyPr/>
        <a:lstStyle/>
        <a:p>
          <a:endParaRPr lang="en-US"/>
        </a:p>
      </dgm:t>
    </dgm:pt>
    <dgm:pt modelId="{818316F2-6708-432C-8BB9-20D1319FA8BD}" type="sibTrans" cxnId="{CE3B38D1-C0F2-4B8E-9806-C21197EFA078}">
      <dgm:prSet/>
      <dgm:spPr/>
      <dgm:t>
        <a:bodyPr/>
        <a:lstStyle/>
        <a:p>
          <a:endParaRPr lang="en-US"/>
        </a:p>
      </dgm:t>
    </dgm:pt>
    <dgm:pt modelId="{F1A23754-C353-444D-9EFE-BAFD1787ED16}">
      <dgm:prSet/>
      <dgm:spPr/>
      <dgm:t>
        <a:bodyPr/>
        <a:lstStyle/>
        <a:p>
          <a:r>
            <a:rPr lang="en-IN" b="0"/>
            <a:t>college_name.</a:t>
          </a:r>
          <a:r>
            <a:rPr lang="en-IN" b="1"/>
            <a:t>append</a:t>
          </a:r>
          <a:r>
            <a:rPr lang="en-IN" b="0"/>
            <a:t>(college.text.strip())  </a:t>
          </a:r>
          <a:endParaRPr lang="en-US"/>
        </a:p>
      </dgm:t>
    </dgm:pt>
    <dgm:pt modelId="{B4F76834-4F78-497A-ACD4-E135B85F4E36}" type="parTrans" cxnId="{EBE03DBF-27E8-4F8B-908A-4C4DE8266D36}">
      <dgm:prSet/>
      <dgm:spPr/>
      <dgm:t>
        <a:bodyPr/>
        <a:lstStyle/>
        <a:p>
          <a:endParaRPr lang="en-US"/>
        </a:p>
      </dgm:t>
    </dgm:pt>
    <dgm:pt modelId="{6D026CB9-BBC2-45E3-8244-8599EC288BF4}" type="sibTrans" cxnId="{EBE03DBF-27E8-4F8B-908A-4C4DE8266D36}">
      <dgm:prSet/>
      <dgm:spPr/>
      <dgm:t>
        <a:bodyPr/>
        <a:lstStyle/>
        <a:p>
          <a:endParaRPr lang="en-US"/>
        </a:p>
      </dgm:t>
    </dgm:pt>
    <dgm:pt modelId="{DB05783A-EA3B-44FC-9026-725972077992}">
      <dgm:prSet/>
      <dgm:spPr/>
      <dgm:t>
        <a:bodyPr/>
        <a:lstStyle/>
        <a:p>
          <a:r>
            <a:rPr lang="en-IN" b="0"/>
            <a:t>Own.</a:t>
          </a:r>
          <a:r>
            <a:rPr lang="en-IN" b="1"/>
            <a:t>append</a:t>
          </a:r>
          <a:r>
            <a:rPr lang="en-IN" b="0"/>
            <a:t>(ownership.text.strip())</a:t>
          </a:r>
          <a:endParaRPr lang="en-US"/>
        </a:p>
      </dgm:t>
    </dgm:pt>
    <dgm:pt modelId="{F2D491CF-EC07-45D6-98B4-3C7A99A6BE27}" type="parTrans" cxnId="{FA199197-4E32-4B5A-A621-83732074FEA3}">
      <dgm:prSet/>
      <dgm:spPr/>
      <dgm:t>
        <a:bodyPr/>
        <a:lstStyle/>
        <a:p>
          <a:endParaRPr lang="en-US"/>
        </a:p>
      </dgm:t>
    </dgm:pt>
    <dgm:pt modelId="{64DB5982-07ED-416D-A21A-8F0723E0C9C8}" type="sibTrans" cxnId="{FA199197-4E32-4B5A-A621-83732074FEA3}">
      <dgm:prSet/>
      <dgm:spPr/>
      <dgm:t>
        <a:bodyPr/>
        <a:lstStyle/>
        <a:p>
          <a:endParaRPr lang="en-US"/>
        </a:p>
      </dgm:t>
    </dgm:pt>
    <dgm:pt modelId="{3835B155-0F0D-437F-85CF-E081E5535A86}">
      <dgm:prSet/>
      <dgm:spPr/>
      <dgm:t>
        <a:bodyPr/>
        <a:lstStyle/>
        <a:p>
          <a:r>
            <a:rPr lang="en-IN" b="0"/>
            <a:t>#Rank.append(extract_rank(ranks.text.strip()))</a:t>
          </a:r>
          <a:endParaRPr lang="en-US"/>
        </a:p>
      </dgm:t>
    </dgm:pt>
    <dgm:pt modelId="{0076AE86-1A7B-4A57-837E-54C1B93BFBCF}" type="parTrans" cxnId="{DD4418B1-5129-4DD0-B140-6C69DF59F5B7}">
      <dgm:prSet/>
      <dgm:spPr/>
      <dgm:t>
        <a:bodyPr/>
        <a:lstStyle/>
        <a:p>
          <a:endParaRPr lang="en-US"/>
        </a:p>
      </dgm:t>
    </dgm:pt>
    <dgm:pt modelId="{04B2D03F-D436-4BD8-B276-DC9BE9DE6052}" type="sibTrans" cxnId="{DD4418B1-5129-4DD0-B140-6C69DF59F5B7}">
      <dgm:prSet/>
      <dgm:spPr/>
      <dgm:t>
        <a:bodyPr/>
        <a:lstStyle/>
        <a:p>
          <a:endParaRPr lang="en-US"/>
        </a:p>
      </dgm:t>
    </dgm:pt>
    <dgm:pt modelId="{5968C807-D019-43A4-82B1-8928748E3BAF}">
      <dgm:prSet/>
      <dgm:spPr/>
      <dgm:t>
        <a:bodyPr/>
        <a:lstStyle/>
        <a:p>
          <a:r>
            <a:rPr lang="en-IN" b="0"/>
            <a:t>Rank.</a:t>
          </a:r>
          <a:r>
            <a:rPr lang="en-IN" b="1"/>
            <a:t>append</a:t>
          </a:r>
          <a:r>
            <a:rPr lang="en-IN" b="0"/>
            <a:t>(</a:t>
          </a:r>
          <a:r>
            <a:rPr lang="en-IN" b="1"/>
            <a:t>extract_rank</a:t>
          </a:r>
          <a:r>
            <a:rPr lang="en-IN" b="0"/>
            <a:t>(ranks.text.strip()))</a:t>
          </a:r>
          <a:endParaRPr lang="en-US"/>
        </a:p>
      </dgm:t>
    </dgm:pt>
    <dgm:pt modelId="{7FCA8DDE-51F0-4C04-86B3-BF0DE24805FD}" type="parTrans" cxnId="{B945BF88-E152-4D09-B560-9216B637ED68}">
      <dgm:prSet/>
      <dgm:spPr/>
      <dgm:t>
        <a:bodyPr/>
        <a:lstStyle/>
        <a:p>
          <a:endParaRPr lang="en-US"/>
        </a:p>
      </dgm:t>
    </dgm:pt>
    <dgm:pt modelId="{7E53EB4C-0A3C-4AC9-96D0-792C94F0E5C7}" type="sibTrans" cxnId="{B945BF88-E152-4D09-B560-9216B637ED68}">
      <dgm:prSet/>
      <dgm:spPr/>
      <dgm:t>
        <a:bodyPr/>
        <a:lstStyle/>
        <a:p>
          <a:endParaRPr lang="en-US"/>
        </a:p>
      </dgm:t>
    </dgm:pt>
    <dgm:pt modelId="{E21A97D3-8807-4A0D-9AF3-1CCF7F7765AC}">
      <dgm:prSet/>
      <dgm:spPr/>
      <dgm:t>
        <a:bodyPr/>
        <a:lstStyle/>
        <a:p>
          <a:r>
            <a:rPr lang="en-IN" b="0"/>
            <a:t>Courses.</a:t>
          </a:r>
          <a:r>
            <a:rPr lang="en-IN" b="1"/>
            <a:t>append</a:t>
          </a:r>
          <a:r>
            <a:rPr lang="en-IN" b="0"/>
            <a:t>(course.text.strip())</a:t>
          </a:r>
          <a:endParaRPr lang="en-US"/>
        </a:p>
      </dgm:t>
    </dgm:pt>
    <dgm:pt modelId="{790D10A9-1A88-49C9-A697-246B0DC65B50}" type="parTrans" cxnId="{7495A241-DEC8-464A-BE03-FD71A49EB075}">
      <dgm:prSet/>
      <dgm:spPr/>
      <dgm:t>
        <a:bodyPr/>
        <a:lstStyle/>
        <a:p>
          <a:endParaRPr lang="en-US"/>
        </a:p>
      </dgm:t>
    </dgm:pt>
    <dgm:pt modelId="{BE344A20-8392-4D01-82E3-A39120AE6709}" type="sibTrans" cxnId="{7495A241-DEC8-464A-BE03-FD71A49EB075}">
      <dgm:prSet/>
      <dgm:spPr/>
      <dgm:t>
        <a:bodyPr/>
        <a:lstStyle/>
        <a:p>
          <a:endParaRPr lang="en-US"/>
        </a:p>
      </dgm:t>
    </dgm:pt>
    <dgm:pt modelId="{054FE4DE-9DDE-4DD8-9D08-8FBCD57FE282}">
      <dgm:prSet/>
      <dgm:spPr/>
      <dgm:t>
        <a:bodyPr/>
        <a:lstStyle/>
        <a:p>
          <a:r>
            <a:rPr lang="en-IN" b="0" dirty="0" err="1"/>
            <a:t>Fees.</a:t>
          </a:r>
          <a:r>
            <a:rPr lang="en-IN" b="1" dirty="0" err="1"/>
            <a:t>append</a:t>
          </a:r>
          <a:r>
            <a:rPr lang="en-IN" b="0" dirty="0"/>
            <a:t>(</a:t>
          </a:r>
          <a:r>
            <a:rPr lang="en-IN" b="1" dirty="0" err="1"/>
            <a:t>extract_fees</a:t>
          </a:r>
          <a:r>
            <a:rPr lang="en-IN" b="0" dirty="0"/>
            <a:t>(</a:t>
          </a:r>
          <a:r>
            <a:rPr lang="en-IN" b="0" dirty="0" err="1"/>
            <a:t>course.text.strip</a:t>
          </a:r>
          <a:r>
            <a:rPr lang="en-IN" b="0" dirty="0"/>
            <a:t>()))</a:t>
          </a:r>
          <a:endParaRPr lang="en-US" dirty="0"/>
        </a:p>
      </dgm:t>
    </dgm:pt>
    <dgm:pt modelId="{21F77AAF-0671-45E9-A511-51729BF4B728}" type="parTrans" cxnId="{F94ACEBD-82EC-4B3B-941F-43F7F99EA271}">
      <dgm:prSet/>
      <dgm:spPr/>
      <dgm:t>
        <a:bodyPr/>
        <a:lstStyle/>
        <a:p>
          <a:endParaRPr lang="en-US"/>
        </a:p>
      </dgm:t>
    </dgm:pt>
    <dgm:pt modelId="{EAB0FB09-D57A-4780-9DF6-0A87EDB96522}" type="sibTrans" cxnId="{F94ACEBD-82EC-4B3B-941F-43F7F99EA271}">
      <dgm:prSet/>
      <dgm:spPr/>
      <dgm:t>
        <a:bodyPr/>
        <a:lstStyle/>
        <a:p>
          <a:endParaRPr lang="en-US"/>
        </a:p>
      </dgm:t>
    </dgm:pt>
    <dgm:pt modelId="{E50E9AB5-8ED5-4611-A4E3-B8F1D356FE63}">
      <dgm:prSet/>
      <dgm:spPr/>
      <dgm:t>
        <a:bodyPr/>
        <a:lstStyle/>
        <a:p>
          <a:r>
            <a:rPr lang="en-US"/>
            <a:t>STEP 8:- converting them into Dictionary</a:t>
          </a:r>
        </a:p>
      </dgm:t>
    </dgm:pt>
    <dgm:pt modelId="{7F48AA93-19F2-4DF5-8346-8F2668E1B3FD}" type="parTrans" cxnId="{10765D71-4B7F-4092-A164-08D870E67F0C}">
      <dgm:prSet/>
      <dgm:spPr/>
      <dgm:t>
        <a:bodyPr/>
        <a:lstStyle/>
        <a:p>
          <a:endParaRPr lang="en-US"/>
        </a:p>
      </dgm:t>
    </dgm:pt>
    <dgm:pt modelId="{AB504BE9-3D77-4863-8DF3-4816829379BB}" type="sibTrans" cxnId="{10765D71-4B7F-4092-A164-08D870E67F0C}">
      <dgm:prSet/>
      <dgm:spPr/>
      <dgm:t>
        <a:bodyPr/>
        <a:lstStyle/>
        <a:p>
          <a:endParaRPr lang="en-US"/>
        </a:p>
      </dgm:t>
    </dgm:pt>
    <dgm:pt modelId="{DFA126E6-5856-49E5-AAB2-97A01D6832EA}">
      <dgm:prSet/>
      <dgm:spPr/>
      <dgm:t>
        <a:bodyPr/>
        <a:lstStyle/>
        <a:p>
          <a:r>
            <a:rPr lang="en-US" b="0"/>
            <a:t>Data = pd.DataFrame({"NIRF_Rank":Rank,"College": college_name,"Ownership":Own,"Courses":Courses,"FEE":Fees})</a:t>
          </a:r>
          <a:endParaRPr lang="en-US"/>
        </a:p>
      </dgm:t>
    </dgm:pt>
    <dgm:pt modelId="{A8FDDD23-84CD-4F16-ADFD-1E3854E64709}" type="parTrans" cxnId="{FE79039F-12C6-4729-942E-844CE8E1A499}">
      <dgm:prSet/>
      <dgm:spPr/>
      <dgm:t>
        <a:bodyPr/>
        <a:lstStyle/>
        <a:p>
          <a:endParaRPr lang="en-US"/>
        </a:p>
      </dgm:t>
    </dgm:pt>
    <dgm:pt modelId="{67B6A0ED-E26D-4768-A3B3-65A63F6AB94A}" type="sibTrans" cxnId="{FE79039F-12C6-4729-942E-844CE8E1A499}">
      <dgm:prSet/>
      <dgm:spPr/>
      <dgm:t>
        <a:bodyPr/>
        <a:lstStyle/>
        <a:p>
          <a:endParaRPr lang="en-US"/>
        </a:p>
      </dgm:t>
    </dgm:pt>
    <dgm:pt modelId="{3CBEF5DA-37A3-47FB-8DA7-C723E9703AB1}">
      <dgm:prSet/>
      <dgm:spPr/>
      <dgm:t>
        <a:bodyPr/>
        <a:lstStyle/>
        <a:p>
          <a:r>
            <a:rPr lang="en-IN" b="0"/>
            <a:t>print(</a:t>
          </a:r>
          <a:r>
            <a:rPr lang="en-IN"/>
            <a:t>D</a:t>
          </a:r>
          <a:r>
            <a:rPr lang="en-IN" b="0"/>
            <a:t>ata)</a:t>
          </a:r>
          <a:endParaRPr lang="en-US"/>
        </a:p>
      </dgm:t>
    </dgm:pt>
    <dgm:pt modelId="{55E6D8BA-63D7-4C93-B726-F582D5B2F5C8}" type="parTrans" cxnId="{F20F15D6-4965-41A3-8ABD-A8853C9CC159}">
      <dgm:prSet/>
      <dgm:spPr/>
      <dgm:t>
        <a:bodyPr/>
        <a:lstStyle/>
        <a:p>
          <a:endParaRPr lang="en-US"/>
        </a:p>
      </dgm:t>
    </dgm:pt>
    <dgm:pt modelId="{025637CA-192D-4463-A618-93EA03CA733B}" type="sibTrans" cxnId="{F20F15D6-4965-41A3-8ABD-A8853C9CC159}">
      <dgm:prSet/>
      <dgm:spPr/>
      <dgm:t>
        <a:bodyPr/>
        <a:lstStyle/>
        <a:p>
          <a:endParaRPr lang="en-US"/>
        </a:p>
      </dgm:t>
    </dgm:pt>
    <dgm:pt modelId="{DB63C526-D357-4C76-8DED-B439A9F41D83}">
      <dgm:prSet/>
      <dgm:spPr/>
      <dgm:t>
        <a:bodyPr/>
        <a:lstStyle/>
        <a:p>
          <a:endParaRPr lang="en-US" dirty="0"/>
        </a:p>
      </dgm:t>
    </dgm:pt>
    <dgm:pt modelId="{F603F1CF-B5BA-4CD4-9B2F-E9334E18451D}" type="parTrans" cxnId="{85FB2C6E-0E21-4279-A48D-89D881FD28D4}">
      <dgm:prSet/>
      <dgm:spPr/>
      <dgm:t>
        <a:bodyPr/>
        <a:lstStyle/>
        <a:p>
          <a:endParaRPr lang="hi-IN"/>
        </a:p>
      </dgm:t>
    </dgm:pt>
    <dgm:pt modelId="{59A7D98C-F567-47F0-9266-2BC84BFABAC0}" type="sibTrans" cxnId="{85FB2C6E-0E21-4279-A48D-89D881FD28D4}">
      <dgm:prSet/>
      <dgm:spPr/>
      <dgm:t>
        <a:bodyPr/>
        <a:lstStyle/>
        <a:p>
          <a:endParaRPr lang="hi-IN"/>
        </a:p>
      </dgm:t>
    </dgm:pt>
    <dgm:pt modelId="{183649C0-239C-4519-B40D-D210BDBD3858}" type="pres">
      <dgm:prSet presAssocID="{04FE5233-927C-4A56-B153-25AB7D40C6E7}" presName="vert0" presStyleCnt="0">
        <dgm:presLayoutVars>
          <dgm:dir/>
          <dgm:animOne val="branch"/>
          <dgm:animLvl val="lvl"/>
        </dgm:presLayoutVars>
      </dgm:prSet>
      <dgm:spPr/>
    </dgm:pt>
    <dgm:pt modelId="{4BD38956-3B40-4B34-82B7-2C50CC863C4A}" type="pres">
      <dgm:prSet presAssocID="{561BAED1-FF43-43D7-8F50-D537507560E6}" presName="thickLine" presStyleLbl="alignNode1" presStyleIdx="0" presStyleCnt="12"/>
      <dgm:spPr/>
    </dgm:pt>
    <dgm:pt modelId="{A0F8142F-55B9-458B-8124-DDC0698687B5}" type="pres">
      <dgm:prSet presAssocID="{561BAED1-FF43-43D7-8F50-D537507560E6}" presName="horz1" presStyleCnt="0"/>
      <dgm:spPr/>
    </dgm:pt>
    <dgm:pt modelId="{0216EFB6-6CD6-42AF-98E8-F345EE45DDE8}" type="pres">
      <dgm:prSet presAssocID="{561BAED1-FF43-43D7-8F50-D537507560E6}" presName="tx1" presStyleLbl="revTx" presStyleIdx="0" presStyleCnt="12"/>
      <dgm:spPr/>
    </dgm:pt>
    <dgm:pt modelId="{29FCE482-E447-4383-AD0A-4C2A7244BDB9}" type="pres">
      <dgm:prSet presAssocID="{561BAED1-FF43-43D7-8F50-D537507560E6}" presName="vert1" presStyleCnt="0"/>
      <dgm:spPr/>
    </dgm:pt>
    <dgm:pt modelId="{48CB7C3E-8739-48C6-8C50-9DF289CEA930}" type="pres">
      <dgm:prSet presAssocID="{5972358D-A8A9-4A34-9D30-A85F947DE93A}" presName="thickLine" presStyleLbl="alignNode1" presStyleIdx="1" presStyleCnt="12"/>
      <dgm:spPr/>
    </dgm:pt>
    <dgm:pt modelId="{C7983326-CA4D-47FD-BA1C-CAE074F0F28C}" type="pres">
      <dgm:prSet presAssocID="{5972358D-A8A9-4A34-9D30-A85F947DE93A}" presName="horz1" presStyleCnt="0"/>
      <dgm:spPr/>
    </dgm:pt>
    <dgm:pt modelId="{401D8CF5-DB34-4468-8E08-E04960FF1599}" type="pres">
      <dgm:prSet presAssocID="{5972358D-A8A9-4A34-9D30-A85F947DE93A}" presName="tx1" presStyleLbl="revTx" presStyleIdx="1" presStyleCnt="12"/>
      <dgm:spPr/>
    </dgm:pt>
    <dgm:pt modelId="{7242347F-C6F4-4ECF-82E6-BCB750D83574}" type="pres">
      <dgm:prSet presAssocID="{5972358D-A8A9-4A34-9D30-A85F947DE93A}" presName="vert1" presStyleCnt="0"/>
      <dgm:spPr/>
    </dgm:pt>
    <dgm:pt modelId="{F4CA316C-9CDB-41E4-967E-5234A6BB9406}" type="pres">
      <dgm:prSet presAssocID="{F1A23754-C353-444D-9EFE-BAFD1787ED16}" presName="thickLine" presStyleLbl="alignNode1" presStyleIdx="2" presStyleCnt="12"/>
      <dgm:spPr/>
    </dgm:pt>
    <dgm:pt modelId="{55CBE55B-047F-430D-9A36-0D51F9F5D483}" type="pres">
      <dgm:prSet presAssocID="{F1A23754-C353-444D-9EFE-BAFD1787ED16}" presName="horz1" presStyleCnt="0"/>
      <dgm:spPr/>
    </dgm:pt>
    <dgm:pt modelId="{E20E1B82-6754-40FB-9A19-608D21241A68}" type="pres">
      <dgm:prSet presAssocID="{F1A23754-C353-444D-9EFE-BAFD1787ED16}" presName="tx1" presStyleLbl="revTx" presStyleIdx="2" presStyleCnt="12"/>
      <dgm:spPr/>
    </dgm:pt>
    <dgm:pt modelId="{3B12407E-38E6-4A46-8915-165F5419C3BC}" type="pres">
      <dgm:prSet presAssocID="{F1A23754-C353-444D-9EFE-BAFD1787ED16}" presName="vert1" presStyleCnt="0"/>
      <dgm:spPr/>
    </dgm:pt>
    <dgm:pt modelId="{86020EA2-65AB-4F9D-9E04-CC0E55245758}" type="pres">
      <dgm:prSet presAssocID="{DB05783A-EA3B-44FC-9026-725972077992}" presName="thickLine" presStyleLbl="alignNode1" presStyleIdx="3" presStyleCnt="12"/>
      <dgm:spPr/>
    </dgm:pt>
    <dgm:pt modelId="{C8D9A1E2-0BA2-4453-A993-BDB55D400991}" type="pres">
      <dgm:prSet presAssocID="{DB05783A-EA3B-44FC-9026-725972077992}" presName="horz1" presStyleCnt="0"/>
      <dgm:spPr/>
    </dgm:pt>
    <dgm:pt modelId="{2BC9C1A6-D535-4AEB-99FF-E7B916677BF7}" type="pres">
      <dgm:prSet presAssocID="{DB05783A-EA3B-44FC-9026-725972077992}" presName="tx1" presStyleLbl="revTx" presStyleIdx="3" presStyleCnt="12"/>
      <dgm:spPr/>
    </dgm:pt>
    <dgm:pt modelId="{7B7EADB0-634F-40F9-A5B9-31E89A084AAB}" type="pres">
      <dgm:prSet presAssocID="{DB05783A-EA3B-44FC-9026-725972077992}" presName="vert1" presStyleCnt="0"/>
      <dgm:spPr/>
    </dgm:pt>
    <dgm:pt modelId="{5BEDBCDF-AB23-4755-8968-39F5A3845A9E}" type="pres">
      <dgm:prSet presAssocID="{3835B155-0F0D-437F-85CF-E081E5535A86}" presName="thickLine" presStyleLbl="alignNode1" presStyleIdx="4" presStyleCnt="12"/>
      <dgm:spPr/>
    </dgm:pt>
    <dgm:pt modelId="{57841C33-E431-4214-A223-B014E7C57DE1}" type="pres">
      <dgm:prSet presAssocID="{3835B155-0F0D-437F-85CF-E081E5535A86}" presName="horz1" presStyleCnt="0"/>
      <dgm:spPr/>
    </dgm:pt>
    <dgm:pt modelId="{7CB75234-2FA4-4D71-8AE1-AF35ED418F63}" type="pres">
      <dgm:prSet presAssocID="{3835B155-0F0D-437F-85CF-E081E5535A86}" presName="tx1" presStyleLbl="revTx" presStyleIdx="4" presStyleCnt="12"/>
      <dgm:spPr/>
    </dgm:pt>
    <dgm:pt modelId="{2638A432-2388-457D-B630-52476BA63A39}" type="pres">
      <dgm:prSet presAssocID="{3835B155-0F0D-437F-85CF-E081E5535A86}" presName="vert1" presStyleCnt="0"/>
      <dgm:spPr/>
    </dgm:pt>
    <dgm:pt modelId="{CC6EE074-A7B3-41A2-A371-650225BF6DD5}" type="pres">
      <dgm:prSet presAssocID="{5968C807-D019-43A4-82B1-8928748E3BAF}" presName="thickLine" presStyleLbl="alignNode1" presStyleIdx="5" presStyleCnt="12"/>
      <dgm:spPr/>
    </dgm:pt>
    <dgm:pt modelId="{F1BA1A01-2211-4953-9820-8B63C7D024E6}" type="pres">
      <dgm:prSet presAssocID="{5968C807-D019-43A4-82B1-8928748E3BAF}" presName="horz1" presStyleCnt="0"/>
      <dgm:spPr/>
    </dgm:pt>
    <dgm:pt modelId="{6F4A1B47-CC30-4B7F-B008-619BFB9623B3}" type="pres">
      <dgm:prSet presAssocID="{5968C807-D019-43A4-82B1-8928748E3BAF}" presName="tx1" presStyleLbl="revTx" presStyleIdx="5" presStyleCnt="12"/>
      <dgm:spPr/>
    </dgm:pt>
    <dgm:pt modelId="{2BE53A5C-3C55-413E-819F-1C24C1FD4D37}" type="pres">
      <dgm:prSet presAssocID="{5968C807-D019-43A4-82B1-8928748E3BAF}" presName="vert1" presStyleCnt="0"/>
      <dgm:spPr/>
    </dgm:pt>
    <dgm:pt modelId="{01B56969-37D2-4923-86A1-4ADF739FBEC3}" type="pres">
      <dgm:prSet presAssocID="{E21A97D3-8807-4A0D-9AF3-1CCF7F7765AC}" presName="thickLine" presStyleLbl="alignNode1" presStyleIdx="6" presStyleCnt="12"/>
      <dgm:spPr/>
    </dgm:pt>
    <dgm:pt modelId="{43DDB93F-C2D1-48B8-9485-ACB6EF400A98}" type="pres">
      <dgm:prSet presAssocID="{E21A97D3-8807-4A0D-9AF3-1CCF7F7765AC}" presName="horz1" presStyleCnt="0"/>
      <dgm:spPr/>
    </dgm:pt>
    <dgm:pt modelId="{06D8FEF5-2BAF-4535-A2EF-5DDBA9018187}" type="pres">
      <dgm:prSet presAssocID="{E21A97D3-8807-4A0D-9AF3-1CCF7F7765AC}" presName="tx1" presStyleLbl="revTx" presStyleIdx="6" presStyleCnt="12"/>
      <dgm:spPr/>
    </dgm:pt>
    <dgm:pt modelId="{FBB94C3D-8D29-4D82-9FD8-505D108D23CA}" type="pres">
      <dgm:prSet presAssocID="{E21A97D3-8807-4A0D-9AF3-1CCF7F7765AC}" presName="vert1" presStyleCnt="0"/>
      <dgm:spPr/>
    </dgm:pt>
    <dgm:pt modelId="{3C26EE52-175D-49E2-834F-6D0F1E526C75}" type="pres">
      <dgm:prSet presAssocID="{054FE4DE-9DDE-4DD8-9D08-8FBCD57FE282}" presName="thickLine" presStyleLbl="alignNode1" presStyleIdx="7" presStyleCnt="12"/>
      <dgm:spPr/>
    </dgm:pt>
    <dgm:pt modelId="{A29BBC73-6C28-4FB3-81A8-D4782B78C73F}" type="pres">
      <dgm:prSet presAssocID="{054FE4DE-9DDE-4DD8-9D08-8FBCD57FE282}" presName="horz1" presStyleCnt="0"/>
      <dgm:spPr/>
    </dgm:pt>
    <dgm:pt modelId="{E1AE5585-0B60-4551-A1D4-F4D05F074946}" type="pres">
      <dgm:prSet presAssocID="{054FE4DE-9DDE-4DD8-9D08-8FBCD57FE282}" presName="tx1" presStyleLbl="revTx" presStyleIdx="7" presStyleCnt="12"/>
      <dgm:spPr/>
    </dgm:pt>
    <dgm:pt modelId="{6FE15FB1-5585-4D38-A42D-44E120B3A40B}" type="pres">
      <dgm:prSet presAssocID="{054FE4DE-9DDE-4DD8-9D08-8FBCD57FE282}" presName="vert1" presStyleCnt="0"/>
      <dgm:spPr/>
    </dgm:pt>
    <dgm:pt modelId="{557A2252-A44A-4E76-B77D-D1545B221E6E}" type="pres">
      <dgm:prSet presAssocID="{DB63C526-D357-4C76-8DED-B439A9F41D83}" presName="thickLine" presStyleLbl="alignNode1" presStyleIdx="8" presStyleCnt="12"/>
      <dgm:spPr/>
    </dgm:pt>
    <dgm:pt modelId="{550A4180-D2D2-431E-989A-46E87147289C}" type="pres">
      <dgm:prSet presAssocID="{DB63C526-D357-4C76-8DED-B439A9F41D83}" presName="horz1" presStyleCnt="0"/>
      <dgm:spPr/>
    </dgm:pt>
    <dgm:pt modelId="{B3EFDB5C-4419-4FE7-B483-9DCE4738245B}" type="pres">
      <dgm:prSet presAssocID="{DB63C526-D357-4C76-8DED-B439A9F41D83}" presName="tx1" presStyleLbl="revTx" presStyleIdx="8" presStyleCnt="12"/>
      <dgm:spPr/>
    </dgm:pt>
    <dgm:pt modelId="{94765893-DC35-4678-86D8-3E4A7EE77004}" type="pres">
      <dgm:prSet presAssocID="{DB63C526-D357-4C76-8DED-B439A9F41D83}" presName="vert1" presStyleCnt="0"/>
      <dgm:spPr/>
    </dgm:pt>
    <dgm:pt modelId="{7462947E-D907-4D48-8C8A-99B2C97889A0}" type="pres">
      <dgm:prSet presAssocID="{E50E9AB5-8ED5-4611-A4E3-B8F1D356FE63}" presName="thickLine" presStyleLbl="alignNode1" presStyleIdx="9" presStyleCnt="12"/>
      <dgm:spPr/>
    </dgm:pt>
    <dgm:pt modelId="{28A84E05-3387-428E-A99A-DB6181E82240}" type="pres">
      <dgm:prSet presAssocID="{E50E9AB5-8ED5-4611-A4E3-B8F1D356FE63}" presName="horz1" presStyleCnt="0"/>
      <dgm:spPr/>
    </dgm:pt>
    <dgm:pt modelId="{1A185EEF-EF7C-4144-B25D-D201E74812D3}" type="pres">
      <dgm:prSet presAssocID="{E50E9AB5-8ED5-4611-A4E3-B8F1D356FE63}" presName="tx1" presStyleLbl="revTx" presStyleIdx="9" presStyleCnt="12"/>
      <dgm:spPr/>
    </dgm:pt>
    <dgm:pt modelId="{902EE0DA-11DE-4345-8236-0DB98853F681}" type="pres">
      <dgm:prSet presAssocID="{E50E9AB5-8ED5-4611-A4E3-B8F1D356FE63}" presName="vert1" presStyleCnt="0"/>
      <dgm:spPr/>
    </dgm:pt>
    <dgm:pt modelId="{78680729-582E-4B37-96E3-59FC5263FBD4}" type="pres">
      <dgm:prSet presAssocID="{DFA126E6-5856-49E5-AAB2-97A01D6832EA}" presName="thickLine" presStyleLbl="alignNode1" presStyleIdx="10" presStyleCnt="12"/>
      <dgm:spPr/>
    </dgm:pt>
    <dgm:pt modelId="{D6638C25-6711-4478-BBDA-3585DAEB6E9E}" type="pres">
      <dgm:prSet presAssocID="{DFA126E6-5856-49E5-AAB2-97A01D6832EA}" presName="horz1" presStyleCnt="0"/>
      <dgm:spPr/>
    </dgm:pt>
    <dgm:pt modelId="{9C4E0E3A-7EC9-4A32-B071-08936ED3FAD6}" type="pres">
      <dgm:prSet presAssocID="{DFA126E6-5856-49E5-AAB2-97A01D6832EA}" presName="tx1" presStyleLbl="revTx" presStyleIdx="10" presStyleCnt="12"/>
      <dgm:spPr/>
    </dgm:pt>
    <dgm:pt modelId="{CD5A548E-5120-450D-B9F2-AC6DDEC689E9}" type="pres">
      <dgm:prSet presAssocID="{DFA126E6-5856-49E5-AAB2-97A01D6832EA}" presName="vert1" presStyleCnt="0"/>
      <dgm:spPr/>
    </dgm:pt>
    <dgm:pt modelId="{771F5B99-00BC-4EE4-80AC-DC685E89230C}" type="pres">
      <dgm:prSet presAssocID="{3CBEF5DA-37A3-47FB-8DA7-C723E9703AB1}" presName="thickLine" presStyleLbl="alignNode1" presStyleIdx="11" presStyleCnt="12"/>
      <dgm:spPr/>
    </dgm:pt>
    <dgm:pt modelId="{B9CE06A2-B141-4AD1-9A64-ACE738625A9A}" type="pres">
      <dgm:prSet presAssocID="{3CBEF5DA-37A3-47FB-8DA7-C723E9703AB1}" presName="horz1" presStyleCnt="0"/>
      <dgm:spPr/>
    </dgm:pt>
    <dgm:pt modelId="{710B68DA-6CB1-477D-9C92-E91FD20C6A49}" type="pres">
      <dgm:prSet presAssocID="{3CBEF5DA-37A3-47FB-8DA7-C723E9703AB1}" presName="tx1" presStyleLbl="revTx" presStyleIdx="11" presStyleCnt="12"/>
      <dgm:spPr/>
    </dgm:pt>
    <dgm:pt modelId="{B6AA2BB9-39F9-4B78-A81F-796D3701F9E1}" type="pres">
      <dgm:prSet presAssocID="{3CBEF5DA-37A3-47FB-8DA7-C723E9703AB1}" presName="vert1" presStyleCnt="0"/>
      <dgm:spPr/>
    </dgm:pt>
  </dgm:ptLst>
  <dgm:cxnLst>
    <dgm:cxn modelId="{702F1933-518F-4F7A-89FF-5F315DC71075}" type="presOf" srcId="{5972358D-A8A9-4A34-9D30-A85F947DE93A}" destId="{401D8CF5-DB34-4468-8E08-E04960FF1599}" srcOrd="0" destOrd="0" presId="urn:microsoft.com/office/officeart/2008/layout/LinedList"/>
    <dgm:cxn modelId="{66852D34-2B2A-4B44-9BCE-72FD425A27FF}" type="presOf" srcId="{054FE4DE-9DDE-4DD8-9D08-8FBCD57FE282}" destId="{E1AE5585-0B60-4551-A1D4-F4D05F074946}" srcOrd="0" destOrd="0" presId="urn:microsoft.com/office/officeart/2008/layout/LinedList"/>
    <dgm:cxn modelId="{AD58635E-9F20-4583-8E97-65D040866C80}" type="presOf" srcId="{5968C807-D019-43A4-82B1-8928748E3BAF}" destId="{6F4A1B47-CC30-4B7F-B008-619BFB9623B3}" srcOrd="0" destOrd="0" presId="urn:microsoft.com/office/officeart/2008/layout/LinedList"/>
    <dgm:cxn modelId="{9C01935E-1A2B-4E6E-A2CC-658B2B87EBF1}" type="presOf" srcId="{561BAED1-FF43-43D7-8F50-D537507560E6}" destId="{0216EFB6-6CD6-42AF-98E8-F345EE45DDE8}" srcOrd="0" destOrd="0" presId="urn:microsoft.com/office/officeart/2008/layout/LinedList"/>
    <dgm:cxn modelId="{45B06161-3F17-4B99-B0EE-4F1C926575B3}" type="presOf" srcId="{3CBEF5DA-37A3-47FB-8DA7-C723E9703AB1}" destId="{710B68DA-6CB1-477D-9C92-E91FD20C6A49}" srcOrd="0" destOrd="0" presId="urn:microsoft.com/office/officeart/2008/layout/LinedList"/>
    <dgm:cxn modelId="{7495A241-DEC8-464A-BE03-FD71A49EB075}" srcId="{04FE5233-927C-4A56-B153-25AB7D40C6E7}" destId="{E21A97D3-8807-4A0D-9AF3-1CCF7F7765AC}" srcOrd="6" destOrd="0" parTransId="{790D10A9-1A88-49C9-A697-246B0DC65B50}" sibTransId="{BE344A20-8392-4D01-82E3-A39120AE6709}"/>
    <dgm:cxn modelId="{85FB2C6E-0E21-4279-A48D-89D881FD28D4}" srcId="{04FE5233-927C-4A56-B153-25AB7D40C6E7}" destId="{DB63C526-D357-4C76-8DED-B439A9F41D83}" srcOrd="8" destOrd="0" parTransId="{F603F1CF-B5BA-4CD4-9B2F-E9334E18451D}" sibTransId="{59A7D98C-F567-47F0-9266-2BC84BFABAC0}"/>
    <dgm:cxn modelId="{10765D71-4B7F-4092-A164-08D870E67F0C}" srcId="{04FE5233-927C-4A56-B153-25AB7D40C6E7}" destId="{E50E9AB5-8ED5-4611-A4E3-B8F1D356FE63}" srcOrd="9" destOrd="0" parTransId="{7F48AA93-19F2-4DF5-8346-8F2668E1B3FD}" sibTransId="{AB504BE9-3D77-4863-8DF3-4816829379BB}"/>
    <dgm:cxn modelId="{9B3E0952-C693-4093-B64E-69115BEB238B}" type="presOf" srcId="{DB05783A-EA3B-44FC-9026-725972077992}" destId="{2BC9C1A6-D535-4AEB-99FF-E7B916677BF7}" srcOrd="0" destOrd="0" presId="urn:microsoft.com/office/officeart/2008/layout/LinedList"/>
    <dgm:cxn modelId="{32DBBD54-0D59-46F7-BEF1-A49D14F412D7}" srcId="{04FE5233-927C-4A56-B153-25AB7D40C6E7}" destId="{561BAED1-FF43-43D7-8F50-D537507560E6}" srcOrd="0" destOrd="0" parTransId="{BB2C763D-FE28-4B87-A686-F4699BB6F224}" sibTransId="{3C6CB1C5-4C27-48B0-A785-FA6D2BF938B9}"/>
    <dgm:cxn modelId="{1B94DF79-4E1D-41B1-A1E9-54FCF76E9C6A}" type="presOf" srcId="{F1A23754-C353-444D-9EFE-BAFD1787ED16}" destId="{E20E1B82-6754-40FB-9A19-608D21241A68}" srcOrd="0" destOrd="0" presId="urn:microsoft.com/office/officeart/2008/layout/LinedList"/>
    <dgm:cxn modelId="{B945BF88-E152-4D09-B560-9216B637ED68}" srcId="{04FE5233-927C-4A56-B153-25AB7D40C6E7}" destId="{5968C807-D019-43A4-82B1-8928748E3BAF}" srcOrd="5" destOrd="0" parTransId="{7FCA8DDE-51F0-4C04-86B3-BF0DE24805FD}" sibTransId="{7E53EB4C-0A3C-4AC9-96D0-792C94F0E5C7}"/>
    <dgm:cxn modelId="{106A8B91-2956-45BC-B6F4-086C80C71CF0}" type="presOf" srcId="{04FE5233-927C-4A56-B153-25AB7D40C6E7}" destId="{183649C0-239C-4519-B40D-D210BDBD3858}" srcOrd="0" destOrd="0" presId="urn:microsoft.com/office/officeart/2008/layout/LinedList"/>
    <dgm:cxn modelId="{FA199197-4E32-4B5A-A621-83732074FEA3}" srcId="{04FE5233-927C-4A56-B153-25AB7D40C6E7}" destId="{DB05783A-EA3B-44FC-9026-725972077992}" srcOrd="3" destOrd="0" parTransId="{F2D491CF-EC07-45D6-98B4-3C7A99A6BE27}" sibTransId="{64DB5982-07ED-416D-A21A-8F0723E0C9C8}"/>
    <dgm:cxn modelId="{C45C609C-E18D-4A18-BF1E-6E3721179C10}" type="presOf" srcId="{DFA126E6-5856-49E5-AAB2-97A01D6832EA}" destId="{9C4E0E3A-7EC9-4A32-B071-08936ED3FAD6}" srcOrd="0" destOrd="0" presId="urn:microsoft.com/office/officeart/2008/layout/LinedList"/>
    <dgm:cxn modelId="{FE79039F-12C6-4729-942E-844CE8E1A499}" srcId="{04FE5233-927C-4A56-B153-25AB7D40C6E7}" destId="{DFA126E6-5856-49E5-AAB2-97A01D6832EA}" srcOrd="10" destOrd="0" parTransId="{A8FDDD23-84CD-4F16-ADFD-1E3854E64709}" sibTransId="{67B6A0ED-E26D-4768-A3B3-65A63F6AB94A}"/>
    <dgm:cxn modelId="{92732EA1-E056-4413-BEE1-484DE9C65462}" type="presOf" srcId="{E50E9AB5-8ED5-4611-A4E3-B8F1D356FE63}" destId="{1A185EEF-EF7C-4144-B25D-D201E74812D3}" srcOrd="0" destOrd="0" presId="urn:microsoft.com/office/officeart/2008/layout/LinedList"/>
    <dgm:cxn modelId="{5F6C8EA8-C2A4-4314-9D3D-BE6254EF8148}" type="presOf" srcId="{E21A97D3-8807-4A0D-9AF3-1CCF7F7765AC}" destId="{06D8FEF5-2BAF-4535-A2EF-5DDBA9018187}" srcOrd="0" destOrd="0" presId="urn:microsoft.com/office/officeart/2008/layout/LinedList"/>
    <dgm:cxn modelId="{DD4418B1-5129-4DD0-B140-6C69DF59F5B7}" srcId="{04FE5233-927C-4A56-B153-25AB7D40C6E7}" destId="{3835B155-0F0D-437F-85CF-E081E5535A86}" srcOrd="4" destOrd="0" parTransId="{0076AE86-1A7B-4A57-837E-54C1B93BFBCF}" sibTransId="{04B2D03F-D436-4BD8-B276-DC9BE9DE6052}"/>
    <dgm:cxn modelId="{F94ACEBD-82EC-4B3B-941F-43F7F99EA271}" srcId="{04FE5233-927C-4A56-B153-25AB7D40C6E7}" destId="{054FE4DE-9DDE-4DD8-9D08-8FBCD57FE282}" srcOrd="7" destOrd="0" parTransId="{21F77AAF-0671-45E9-A511-51729BF4B728}" sibTransId="{EAB0FB09-D57A-4780-9DF6-0A87EDB96522}"/>
    <dgm:cxn modelId="{EBE03DBF-27E8-4F8B-908A-4C4DE8266D36}" srcId="{04FE5233-927C-4A56-B153-25AB7D40C6E7}" destId="{F1A23754-C353-444D-9EFE-BAFD1787ED16}" srcOrd="2" destOrd="0" parTransId="{B4F76834-4F78-497A-ACD4-E135B85F4E36}" sibTransId="{6D026CB9-BBC2-45E3-8244-8599EC288BF4}"/>
    <dgm:cxn modelId="{2AAC24C6-4937-47B8-B2AF-65BD5C3431DB}" type="presOf" srcId="{DB63C526-D357-4C76-8DED-B439A9F41D83}" destId="{B3EFDB5C-4419-4FE7-B483-9DCE4738245B}" srcOrd="0" destOrd="0" presId="urn:microsoft.com/office/officeart/2008/layout/LinedList"/>
    <dgm:cxn modelId="{CE3B38D1-C0F2-4B8E-9806-C21197EFA078}" srcId="{04FE5233-927C-4A56-B153-25AB7D40C6E7}" destId="{5972358D-A8A9-4A34-9D30-A85F947DE93A}" srcOrd="1" destOrd="0" parTransId="{4839AE4B-5EB6-4709-9C81-B8478BF9760F}" sibTransId="{818316F2-6708-432C-8BB9-20D1319FA8BD}"/>
    <dgm:cxn modelId="{F20F15D6-4965-41A3-8ABD-A8853C9CC159}" srcId="{04FE5233-927C-4A56-B153-25AB7D40C6E7}" destId="{3CBEF5DA-37A3-47FB-8DA7-C723E9703AB1}" srcOrd="11" destOrd="0" parTransId="{55E6D8BA-63D7-4C93-B726-F582D5B2F5C8}" sibTransId="{025637CA-192D-4463-A618-93EA03CA733B}"/>
    <dgm:cxn modelId="{985539E1-21BD-4E8C-89B6-249DE71A4F8D}" type="presOf" srcId="{3835B155-0F0D-437F-85CF-E081E5535A86}" destId="{7CB75234-2FA4-4D71-8AE1-AF35ED418F63}" srcOrd="0" destOrd="0" presId="urn:microsoft.com/office/officeart/2008/layout/LinedList"/>
    <dgm:cxn modelId="{5F3CD221-7FB4-4BAF-8E92-07B8B6BD8A2F}" type="presParOf" srcId="{183649C0-239C-4519-B40D-D210BDBD3858}" destId="{4BD38956-3B40-4B34-82B7-2C50CC863C4A}" srcOrd="0" destOrd="0" presId="urn:microsoft.com/office/officeart/2008/layout/LinedList"/>
    <dgm:cxn modelId="{BE413769-878F-4A1C-B232-3816FF289264}" type="presParOf" srcId="{183649C0-239C-4519-B40D-D210BDBD3858}" destId="{A0F8142F-55B9-458B-8124-DDC0698687B5}" srcOrd="1" destOrd="0" presId="urn:microsoft.com/office/officeart/2008/layout/LinedList"/>
    <dgm:cxn modelId="{6BE47A55-422F-4B7D-BBF5-8A81183FDF67}" type="presParOf" srcId="{A0F8142F-55B9-458B-8124-DDC0698687B5}" destId="{0216EFB6-6CD6-42AF-98E8-F345EE45DDE8}" srcOrd="0" destOrd="0" presId="urn:microsoft.com/office/officeart/2008/layout/LinedList"/>
    <dgm:cxn modelId="{27CE713B-4DFE-4FC7-9A08-FACE80513982}" type="presParOf" srcId="{A0F8142F-55B9-458B-8124-DDC0698687B5}" destId="{29FCE482-E447-4383-AD0A-4C2A7244BDB9}" srcOrd="1" destOrd="0" presId="urn:microsoft.com/office/officeart/2008/layout/LinedList"/>
    <dgm:cxn modelId="{AA4D87CE-5531-45CE-A703-6AB41468AF48}" type="presParOf" srcId="{183649C0-239C-4519-B40D-D210BDBD3858}" destId="{48CB7C3E-8739-48C6-8C50-9DF289CEA930}" srcOrd="2" destOrd="0" presId="urn:microsoft.com/office/officeart/2008/layout/LinedList"/>
    <dgm:cxn modelId="{C7C2424E-4A14-4E1D-BB2B-DC5056AFA04B}" type="presParOf" srcId="{183649C0-239C-4519-B40D-D210BDBD3858}" destId="{C7983326-CA4D-47FD-BA1C-CAE074F0F28C}" srcOrd="3" destOrd="0" presId="urn:microsoft.com/office/officeart/2008/layout/LinedList"/>
    <dgm:cxn modelId="{6D0DD609-A2E0-4188-8A24-A9EF77EA0661}" type="presParOf" srcId="{C7983326-CA4D-47FD-BA1C-CAE074F0F28C}" destId="{401D8CF5-DB34-4468-8E08-E04960FF1599}" srcOrd="0" destOrd="0" presId="urn:microsoft.com/office/officeart/2008/layout/LinedList"/>
    <dgm:cxn modelId="{04A7183B-9120-4E62-B7A9-4916FFE7CAB0}" type="presParOf" srcId="{C7983326-CA4D-47FD-BA1C-CAE074F0F28C}" destId="{7242347F-C6F4-4ECF-82E6-BCB750D83574}" srcOrd="1" destOrd="0" presId="urn:microsoft.com/office/officeart/2008/layout/LinedList"/>
    <dgm:cxn modelId="{E350B66D-CC7E-4EEC-8132-61228469316E}" type="presParOf" srcId="{183649C0-239C-4519-B40D-D210BDBD3858}" destId="{F4CA316C-9CDB-41E4-967E-5234A6BB9406}" srcOrd="4" destOrd="0" presId="urn:microsoft.com/office/officeart/2008/layout/LinedList"/>
    <dgm:cxn modelId="{FD6B5014-E5FD-415C-B32B-148450B2EB20}" type="presParOf" srcId="{183649C0-239C-4519-B40D-D210BDBD3858}" destId="{55CBE55B-047F-430D-9A36-0D51F9F5D483}" srcOrd="5" destOrd="0" presId="urn:microsoft.com/office/officeart/2008/layout/LinedList"/>
    <dgm:cxn modelId="{B06FF4A8-8F9F-43FB-ABE8-41A9BD446DE1}" type="presParOf" srcId="{55CBE55B-047F-430D-9A36-0D51F9F5D483}" destId="{E20E1B82-6754-40FB-9A19-608D21241A68}" srcOrd="0" destOrd="0" presId="urn:microsoft.com/office/officeart/2008/layout/LinedList"/>
    <dgm:cxn modelId="{8A859DF9-56C2-40BE-A534-EDD691A13371}" type="presParOf" srcId="{55CBE55B-047F-430D-9A36-0D51F9F5D483}" destId="{3B12407E-38E6-4A46-8915-165F5419C3BC}" srcOrd="1" destOrd="0" presId="urn:microsoft.com/office/officeart/2008/layout/LinedList"/>
    <dgm:cxn modelId="{D7BFE9BF-1EB1-46FF-AC49-068F61299CCE}" type="presParOf" srcId="{183649C0-239C-4519-B40D-D210BDBD3858}" destId="{86020EA2-65AB-4F9D-9E04-CC0E55245758}" srcOrd="6" destOrd="0" presId="urn:microsoft.com/office/officeart/2008/layout/LinedList"/>
    <dgm:cxn modelId="{AD44546C-D5E0-44E7-AF3B-C141F1988A29}" type="presParOf" srcId="{183649C0-239C-4519-B40D-D210BDBD3858}" destId="{C8D9A1E2-0BA2-4453-A993-BDB55D400991}" srcOrd="7" destOrd="0" presId="urn:microsoft.com/office/officeart/2008/layout/LinedList"/>
    <dgm:cxn modelId="{B634F833-0137-4841-A695-17C617466FC9}" type="presParOf" srcId="{C8D9A1E2-0BA2-4453-A993-BDB55D400991}" destId="{2BC9C1A6-D535-4AEB-99FF-E7B916677BF7}" srcOrd="0" destOrd="0" presId="urn:microsoft.com/office/officeart/2008/layout/LinedList"/>
    <dgm:cxn modelId="{F5B54E62-AA3D-4EF7-8091-EC72C1E029EF}" type="presParOf" srcId="{C8D9A1E2-0BA2-4453-A993-BDB55D400991}" destId="{7B7EADB0-634F-40F9-A5B9-31E89A084AAB}" srcOrd="1" destOrd="0" presId="urn:microsoft.com/office/officeart/2008/layout/LinedList"/>
    <dgm:cxn modelId="{C3BC881E-A27D-4B03-A24A-DE624F183C10}" type="presParOf" srcId="{183649C0-239C-4519-B40D-D210BDBD3858}" destId="{5BEDBCDF-AB23-4755-8968-39F5A3845A9E}" srcOrd="8" destOrd="0" presId="urn:microsoft.com/office/officeart/2008/layout/LinedList"/>
    <dgm:cxn modelId="{D2029C92-DB88-44D5-9D39-EDD8E6055E8A}" type="presParOf" srcId="{183649C0-239C-4519-B40D-D210BDBD3858}" destId="{57841C33-E431-4214-A223-B014E7C57DE1}" srcOrd="9" destOrd="0" presId="urn:microsoft.com/office/officeart/2008/layout/LinedList"/>
    <dgm:cxn modelId="{CC96F993-38D3-49D8-92C7-C50A43D33A72}" type="presParOf" srcId="{57841C33-E431-4214-A223-B014E7C57DE1}" destId="{7CB75234-2FA4-4D71-8AE1-AF35ED418F63}" srcOrd="0" destOrd="0" presId="urn:microsoft.com/office/officeart/2008/layout/LinedList"/>
    <dgm:cxn modelId="{71A20168-1B6B-4579-A71D-69A17AB7F0D6}" type="presParOf" srcId="{57841C33-E431-4214-A223-B014E7C57DE1}" destId="{2638A432-2388-457D-B630-52476BA63A39}" srcOrd="1" destOrd="0" presId="urn:microsoft.com/office/officeart/2008/layout/LinedList"/>
    <dgm:cxn modelId="{D6B5F2AB-86E7-4A7B-9C5A-0E9686E292E9}" type="presParOf" srcId="{183649C0-239C-4519-B40D-D210BDBD3858}" destId="{CC6EE074-A7B3-41A2-A371-650225BF6DD5}" srcOrd="10" destOrd="0" presId="urn:microsoft.com/office/officeart/2008/layout/LinedList"/>
    <dgm:cxn modelId="{51238BF5-058D-40C8-8B1F-2B7894F96EE4}" type="presParOf" srcId="{183649C0-239C-4519-B40D-D210BDBD3858}" destId="{F1BA1A01-2211-4953-9820-8B63C7D024E6}" srcOrd="11" destOrd="0" presId="urn:microsoft.com/office/officeart/2008/layout/LinedList"/>
    <dgm:cxn modelId="{4458C4ED-0111-4C3A-B32C-01816A3D0D8B}" type="presParOf" srcId="{F1BA1A01-2211-4953-9820-8B63C7D024E6}" destId="{6F4A1B47-CC30-4B7F-B008-619BFB9623B3}" srcOrd="0" destOrd="0" presId="urn:microsoft.com/office/officeart/2008/layout/LinedList"/>
    <dgm:cxn modelId="{D832A86E-48E3-43B9-9D83-90FEE500F67C}" type="presParOf" srcId="{F1BA1A01-2211-4953-9820-8B63C7D024E6}" destId="{2BE53A5C-3C55-413E-819F-1C24C1FD4D37}" srcOrd="1" destOrd="0" presId="urn:microsoft.com/office/officeart/2008/layout/LinedList"/>
    <dgm:cxn modelId="{48C4E1AD-1FA0-415A-846C-3412B6C361A9}" type="presParOf" srcId="{183649C0-239C-4519-B40D-D210BDBD3858}" destId="{01B56969-37D2-4923-86A1-4ADF739FBEC3}" srcOrd="12" destOrd="0" presId="urn:microsoft.com/office/officeart/2008/layout/LinedList"/>
    <dgm:cxn modelId="{B3BB92E4-9F0E-45B3-854C-DBD4E3F1762F}" type="presParOf" srcId="{183649C0-239C-4519-B40D-D210BDBD3858}" destId="{43DDB93F-C2D1-48B8-9485-ACB6EF400A98}" srcOrd="13" destOrd="0" presId="urn:microsoft.com/office/officeart/2008/layout/LinedList"/>
    <dgm:cxn modelId="{54ABEC36-AD7D-482E-ABB3-8D0B82853AD9}" type="presParOf" srcId="{43DDB93F-C2D1-48B8-9485-ACB6EF400A98}" destId="{06D8FEF5-2BAF-4535-A2EF-5DDBA9018187}" srcOrd="0" destOrd="0" presId="urn:microsoft.com/office/officeart/2008/layout/LinedList"/>
    <dgm:cxn modelId="{30A957A4-8982-44EC-A256-C631E957C4FD}" type="presParOf" srcId="{43DDB93F-C2D1-48B8-9485-ACB6EF400A98}" destId="{FBB94C3D-8D29-4D82-9FD8-505D108D23CA}" srcOrd="1" destOrd="0" presId="urn:microsoft.com/office/officeart/2008/layout/LinedList"/>
    <dgm:cxn modelId="{F324F25C-96E4-4769-B9AF-863D82191B9B}" type="presParOf" srcId="{183649C0-239C-4519-B40D-D210BDBD3858}" destId="{3C26EE52-175D-49E2-834F-6D0F1E526C75}" srcOrd="14" destOrd="0" presId="urn:microsoft.com/office/officeart/2008/layout/LinedList"/>
    <dgm:cxn modelId="{0F8D7C18-C210-4D4F-A2A2-C180964326A5}" type="presParOf" srcId="{183649C0-239C-4519-B40D-D210BDBD3858}" destId="{A29BBC73-6C28-4FB3-81A8-D4782B78C73F}" srcOrd="15" destOrd="0" presId="urn:microsoft.com/office/officeart/2008/layout/LinedList"/>
    <dgm:cxn modelId="{2E8F8A33-695D-4A16-B2C1-74AC08C486BC}" type="presParOf" srcId="{A29BBC73-6C28-4FB3-81A8-D4782B78C73F}" destId="{E1AE5585-0B60-4551-A1D4-F4D05F074946}" srcOrd="0" destOrd="0" presId="urn:microsoft.com/office/officeart/2008/layout/LinedList"/>
    <dgm:cxn modelId="{7075738D-2CAF-4A2B-A9E0-6F002FD8294F}" type="presParOf" srcId="{A29BBC73-6C28-4FB3-81A8-D4782B78C73F}" destId="{6FE15FB1-5585-4D38-A42D-44E120B3A40B}" srcOrd="1" destOrd="0" presId="urn:microsoft.com/office/officeart/2008/layout/LinedList"/>
    <dgm:cxn modelId="{3A655654-E6B7-4FCD-9754-6FE845224DD5}" type="presParOf" srcId="{183649C0-239C-4519-B40D-D210BDBD3858}" destId="{557A2252-A44A-4E76-B77D-D1545B221E6E}" srcOrd="16" destOrd="0" presId="urn:microsoft.com/office/officeart/2008/layout/LinedList"/>
    <dgm:cxn modelId="{5243197F-87BE-4961-862B-936B70237FB4}" type="presParOf" srcId="{183649C0-239C-4519-B40D-D210BDBD3858}" destId="{550A4180-D2D2-431E-989A-46E87147289C}" srcOrd="17" destOrd="0" presId="urn:microsoft.com/office/officeart/2008/layout/LinedList"/>
    <dgm:cxn modelId="{B3304309-6E4B-4E81-8A5C-9C6CE2BF0BA8}" type="presParOf" srcId="{550A4180-D2D2-431E-989A-46E87147289C}" destId="{B3EFDB5C-4419-4FE7-B483-9DCE4738245B}" srcOrd="0" destOrd="0" presId="urn:microsoft.com/office/officeart/2008/layout/LinedList"/>
    <dgm:cxn modelId="{FE33A805-3EA0-4D45-A125-247D0004CC76}" type="presParOf" srcId="{550A4180-D2D2-431E-989A-46E87147289C}" destId="{94765893-DC35-4678-86D8-3E4A7EE77004}" srcOrd="1" destOrd="0" presId="urn:microsoft.com/office/officeart/2008/layout/LinedList"/>
    <dgm:cxn modelId="{AFB608E9-160A-4BB1-85BF-48071CE67C04}" type="presParOf" srcId="{183649C0-239C-4519-B40D-D210BDBD3858}" destId="{7462947E-D907-4D48-8C8A-99B2C97889A0}" srcOrd="18" destOrd="0" presId="urn:microsoft.com/office/officeart/2008/layout/LinedList"/>
    <dgm:cxn modelId="{200F6D1E-66A7-4CA3-AC16-8975A9B89DCD}" type="presParOf" srcId="{183649C0-239C-4519-B40D-D210BDBD3858}" destId="{28A84E05-3387-428E-A99A-DB6181E82240}" srcOrd="19" destOrd="0" presId="urn:microsoft.com/office/officeart/2008/layout/LinedList"/>
    <dgm:cxn modelId="{0A81F85A-A3C9-4453-B063-4BCA431E77B4}" type="presParOf" srcId="{28A84E05-3387-428E-A99A-DB6181E82240}" destId="{1A185EEF-EF7C-4144-B25D-D201E74812D3}" srcOrd="0" destOrd="0" presId="urn:microsoft.com/office/officeart/2008/layout/LinedList"/>
    <dgm:cxn modelId="{DF592461-26DB-41D2-9E52-CDAF444CF40F}" type="presParOf" srcId="{28A84E05-3387-428E-A99A-DB6181E82240}" destId="{902EE0DA-11DE-4345-8236-0DB98853F681}" srcOrd="1" destOrd="0" presId="urn:microsoft.com/office/officeart/2008/layout/LinedList"/>
    <dgm:cxn modelId="{A5B90D41-9EEB-4E6A-B13C-0481B3B6AFC3}" type="presParOf" srcId="{183649C0-239C-4519-B40D-D210BDBD3858}" destId="{78680729-582E-4B37-96E3-59FC5263FBD4}" srcOrd="20" destOrd="0" presId="urn:microsoft.com/office/officeart/2008/layout/LinedList"/>
    <dgm:cxn modelId="{9DA9A21D-9AC9-4700-ADC0-54D1781773A5}" type="presParOf" srcId="{183649C0-239C-4519-B40D-D210BDBD3858}" destId="{D6638C25-6711-4478-BBDA-3585DAEB6E9E}" srcOrd="21" destOrd="0" presId="urn:microsoft.com/office/officeart/2008/layout/LinedList"/>
    <dgm:cxn modelId="{58D1980D-258A-4533-AB09-D3D0F5BC2E5A}" type="presParOf" srcId="{D6638C25-6711-4478-BBDA-3585DAEB6E9E}" destId="{9C4E0E3A-7EC9-4A32-B071-08936ED3FAD6}" srcOrd="0" destOrd="0" presId="urn:microsoft.com/office/officeart/2008/layout/LinedList"/>
    <dgm:cxn modelId="{64339A23-A6BC-47A0-A09B-F61D3F1FB016}" type="presParOf" srcId="{D6638C25-6711-4478-BBDA-3585DAEB6E9E}" destId="{CD5A548E-5120-450D-B9F2-AC6DDEC689E9}" srcOrd="1" destOrd="0" presId="urn:microsoft.com/office/officeart/2008/layout/LinedList"/>
    <dgm:cxn modelId="{2D64A638-35A2-4DA0-B0C5-9521A7DED6D1}" type="presParOf" srcId="{183649C0-239C-4519-B40D-D210BDBD3858}" destId="{771F5B99-00BC-4EE4-80AC-DC685E89230C}" srcOrd="22" destOrd="0" presId="urn:microsoft.com/office/officeart/2008/layout/LinedList"/>
    <dgm:cxn modelId="{557233F2-B09F-4F49-84B4-0ABADD1C071F}" type="presParOf" srcId="{183649C0-239C-4519-B40D-D210BDBD3858}" destId="{B9CE06A2-B141-4AD1-9A64-ACE738625A9A}" srcOrd="23" destOrd="0" presId="urn:microsoft.com/office/officeart/2008/layout/LinedList"/>
    <dgm:cxn modelId="{2BEC3F17-C5F7-4E63-B55E-BECEB3D79D6B}" type="presParOf" srcId="{B9CE06A2-B141-4AD1-9A64-ACE738625A9A}" destId="{710B68DA-6CB1-477D-9C92-E91FD20C6A49}" srcOrd="0" destOrd="0" presId="urn:microsoft.com/office/officeart/2008/layout/LinedList"/>
    <dgm:cxn modelId="{0F847066-0B23-427F-A930-320F21C5E38D}" type="presParOf" srcId="{B9CE06A2-B141-4AD1-9A64-ACE738625A9A}" destId="{B6AA2BB9-39F9-4B78-A81F-796D3701F9E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DC414A4-BB88-42AC-8F87-85F1D1D855E8}"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F1B56E36-B6F8-4055-BFAA-7EB6D3154B07}">
      <dgm:prSet/>
      <dgm:spPr/>
      <dgm:t>
        <a:bodyPr/>
        <a:lstStyle/>
        <a:p>
          <a:r>
            <a:rPr lang="en-US" b="1" dirty="0"/>
            <a:t>1.Import Data:</a:t>
          </a:r>
          <a:endParaRPr lang="en-US" dirty="0"/>
        </a:p>
      </dgm:t>
    </dgm:pt>
    <dgm:pt modelId="{98295198-A9E8-4714-890B-342139A0620F}" type="parTrans" cxnId="{053EF94C-EC00-480B-807B-E60BBDCDB823}">
      <dgm:prSet/>
      <dgm:spPr/>
      <dgm:t>
        <a:bodyPr/>
        <a:lstStyle/>
        <a:p>
          <a:endParaRPr lang="en-US"/>
        </a:p>
      </dgm:t>
    </dgm:pt>
    <dgm:pt modelId="{AC9DF2C3-219A-4E13-A3CD-28794A82E0E6}" type="sibTrans" cxnId="{053EF94C-EC00-480B-807B-E60BBDCDB823}">
      <dgm:prSet/>
      <dgm:spPr/>
      <dgm:t>
        <a:bodyPr/>
        <a:lstStyle/>
        <a:p>
          <a:endParaRPr lang="en-US"/>
        </a:p>
      </dgm:t>
    </dgm:pt>
    <dgm:pt modelId="{878060A5-50C7-4372-8D5E-076903CB73AC}">
      <dgm:prSet/>
      <dgm:spPr/>
      <dgm:t>
        <a:bodyPr/>
        <a:lstStyle/>
        <a:p>
          <a:r>
            <a:rPr lang="en-US" b="1" dirty="0"/>
            <a:t>Load Data:</a:t>
          </a:r>
          <a:r>
            <a:rPr lang="en-US" dirty="0"/>
            <a:t> Import datasets related to engineering colleges from sources like Excel, CSV files, or SQL databases into Tableau.</a:t>
          </a:r>
        </a:p>
      </dgm:t>
    </dgm:pt>
    <dgm:pt modelId="{241A8D87-52A3-4799-8779-E73BAFE01EE0}" type="parTrans" cxnId="{7303ACDD-26CB-48C7-B30F-9F53077291E4}">
      <dgm:prSet/>
      <dgm:spPr/>
      <dgm:t>
        <a:bodyPr/>
        <a:lstStyle/>
        <a:p>
          <a:endParaRPr lang="en-US"/>
        </a:p>
      </dgm:t>
    </dgm:pt>
    <dgm:pt modelId="{CBBCDB55-D769-412C-9B97-AE681F1D16BA}" type="sibTrans" cxnId="{7303ACDD-26CB-48C7-B30F-9F53077291E4}">
      <dgm:prSet/>
      <dgm:spPr/>
      <dgm:t>
        <a:bodyPr/>
        <a:lstStyle/>
        <a:p>
          <a:endParaRPr lang="en-US"/>
        </a:p>
      </dgm:t>
    </dgm:pt>
    <dgm:pt modelId="{2FE98931-7BA9-498A-A78D-F15C1904CB46}">
      <dgm:prSet/>
      <dgm:spPr/>
      <dgm:t>
        <a:bodyPr/>
        <a:lstStyle/>
        <a:p>
          <a:r>
            <a:rPr lang="en-US" b="1" dirty="0"/>
            <a:t>Data Preview:</a:t>
          </a:r>
          <a:r>
            <a:rPr lang="en-US" dirty="0"/>
            <a:t> Review the dataset in Tableau to understand its structure, including columns such as college name, location, fees, ratings, and courses offered.</a:t>
          </a:r>
        </a:p>
      </dgm:t>
    </dgm:pt>
    <dgm:pt modelId="{A98220C2-692C-4AB4-91DF-1622EA4CD7E1}" type="parTrans" cxnId="{62B9DE27-B404-4C17-93AC-A2B230765EAC}">
      <dgm:prSet/>
      <dgm:spPr/>
      <dgm:t>
        <a:bodyPr/>
        <a:lstStyle/>
        <a:p>
          <a:endParaRPr lang="en-US"/>
        </a:p>
      </dgm:t>
    </dgm:pt>
    <dgm:pt modelId="{8B3CF205-FBC0-491A-9E3B-EC701677DDA4}" type="sibTrans" cxnId="{62B9DE27-B404-4C17-93AC-A2B230765EAC}">
      <dgm:prSet/>
      <dgm:spPr/>
      <dgm:t>
        <a:bodyPr/>
        <a:lstStyle/>
        <a:p>
          <a:endParaRPr lang="en-US"/>
        </a:p>
      </dgm:t>
    </dgm:pt>
    <dgm:pt modelId="{2E317762-D318-43DC-8F35-E53669AD55AC}">
      <dgm:prSet/>
      <dgm:spPr/>
      <dgm:t>
        <a:bodyPr/>
        <a:lstStyle/>
        <a:p>
          <a:r>
            <a:rPr lang="en-US" b="1"/>
            <a:t>2. Data Cleaning</a:t>
          </a:r>
          <a:endParaRPr lang="en-US"/>
        </a:p>
      </dgm:t>
    </dgm:pt>
    <dgm:pt modelId="{7820F7B0-EBCB-4900-B441-046A7EF2E532}" type="parTrans" cxnId="{1DCDE9A8-BA1E-40A3-A2E0-0088BC0D2B80}">
      <dgm:prSet/>
      <dgm:spPr/>
      <dgm:t>
        <a:bodyPr/>
        <a:lstStyle/>
        <a:p>
          <a:endParaRPr lang="en-US"/>
        </a:p>
      </dgm:t>
    </dgm:pt>
    <dgm:pt modelId="{60CA18D2-68AB-41F9-AE25-8930FACDCAED}" type="sibTrans" cxnId="{1DCDE9A8-BA1E-40A3-A2E0-0088BC0D2B80}">
      <dgm:prSet/>
      <dgm:spPr/>
      <dgm:t>
        <a:bodyPr/>
        <a:lstStyle/>
        <a:p>
          <a:endParaRPr lang="en-US"/>
        </a:p>
      </dgm:t>
    </dgm:pt>
    <dgm:pt modelId="{EC622D33-490D-4C12-BE5F-102508610B03}">
      <dgm:prSet/>
      <dgm:spPr/>
      <dgm:t>
        <a:bodyPr/>
        <a:lstStyle/>
        <a:p>
          <a:r>
            <a:rPr lang="en-US" b="1" i="0" baseline="0"/>
            <a:t>Remove Duplicates:</a:t>
          </a:r>
          <a:r>
            <a:rPr lang="en-US" b="0" i="0" baseline="0"/>
            <a:t> Eliminate any duplicate entries to ensure the dataset's integrity.</a:t>
          </a:r>
          <a:endParaRPr lang="en-US"/>
        </a:p>
      </dgm:t>
    </dgm:pt>
    <dgm:pt modelId="{85C1741C-94F3-44BD-B884-77A3804B13B2}" type="parTrans" cxnId="{16706ED1-27B3-465C-8372-78B3119225B1}">
      <dgm:prSet/>
      <dgm:spPr/>
      <dgm:t>
        <a:bodyPr/>
        <a:lstStyle/>
        <a:p>
          <a:endParaRPr lang="en-US"/>
        </a:p>
      </dgm:t>
    </dgm:pt>
    <dgm:pt modelId="{E312B63B-7D29-4221-8F43-E15E0E64FC89}" type="sibTrans" cxnId="{16706ED1-27B3-465C-8372-78B3119225B1}">
      <dgm:prSet/>
      <dgm:spPr/>
      <dgm:t>
        <a:bodyPr/>
        <a:lstStyle/>
        <a:p>
          <a:endParaRPr lang="en-US"/>
        </a:p>
      </dgm:t>
    </dgm:pt>
    <dgm:pt modelId="{476C262A-B321-48D7-AAAD-E18AC405D815}">
      <dgm:prSet/>
      <dgm:spPr/>
      <dgm:t>
        <a:bodyPr/>
        <a:lstStyle/>
        <a:p>
          <a:r>
            <a:rPr lang="en-US" b="1" i="0" baseline="0"/>
            <a:t>Handle Missing Values:</a:t>
          </a:r>
          <a:endParaRPr lang="en-US"/>
        </a:p>
      </dgm:t>
    </dgm:pt>
    <dgm:pt modelId="{A458FCC3-E108-4FB7-8C29-B008A745DE92}" type="parTrans" cxnId="{251169D0-B3A6-43C1-84CC-E3A4D952618A}">
      <dgm:prSet/>
      <dgm:spPr/>
      <dgm:t>
        <a:bodyPr/>
        <a:lstStyle/>
        <a:p>
          <a:endParaRPr lang="en-US"/>
        </a:p>
      </dgm:t>
    </dgm:pt>
    <dgm:pt modelId="{35DFC8C7-745A-4BF1-800A-79DA08AC7163}" type="sibTrans" cxnId="{251169D0-B3A6-43C1-84CC-E3A4D952618A}">
      <dgm:prSet/>
      <dgm:spPr/>
      <dgm:t>
        <a:bodyPr/>
        <a:lstStyle/>
        <a:p>
          <a:endParaRPr lang="en-US"/>
        </a:p>
      </dgm:t>
    </dgm:pt>
    <dgm:pt modelId="{DB02E7C8-E44C-4ADD-A8DA-8EFD14623E1D}">
      <dgm:prSet/>
      <dgm:spPr/>
      <dgm:t>
        <a:bodyPr/>
        <a:lstStyle/>
        <a:p>
          <a:r>
            <a:rPr lang="en-US" b="1" i="0" baseline="0"/>
            <a:t>Remove Rows:</a:t>
          </a:r>
          <a:r>
            <a:rPr lang="en-US" b="0" i="0" baseline="0"/>
            <a:t> If null values are minimal, consider excluding rows with missing data.</a:t>
          </a:r>
          <a:endParaRPr lang="en-US"/>
        </a:p>
      </dgm:t>
    </dgm:pt>
    <dgm:pt modelId="{187F8841-25B6-45C3-9B7B-0E1BCA9D3932}" type="parTrans" cxnId="{7D72CBC3-7C7A-48B4-95F6-B6120D4D33C9}">
      <dgm:prSet/>
      <dgm:spPr/>
      <dgm:t>
        <a:bodyPr/>
        <a:lstStyle/>
        <a:p>
          <a:endParaRPr lang="en-US"/>
        </a:p>
      </dgm:t>
    </dgm:pt>
    <dgm:pt modelId="{6041B55E-2F73-4352-98C2-20397BFCD672}" type="sibTrans" cxnId="{7D72CBC3-7C7A-48B4-95F6-B6120D4D33C9}">
      <dgm:prSet/>
      <dgm:spPr/>
      <dgm:t>
        <a:bodyPr/>
        <a:lstStyle/>
        <a:p>
          <a:endParaRPr lang="en-US"/>
        </a:p>
      </dgm:t>
    </dgm:pt>
    <dgm:pt modelId="{326058FA-FD59-451C-9723-068867D71CA3}">
      <dgm:prSet/>
      <dgm:spPr/>
      <dgm:t>
        <a:bodyPr/>
        <a:lstStyle/>
        <a:p>
          <a:r>
            <a:rPr lang="en-US" b="1" i="0" baseline="0"/>
            <a:t>Replace Values:</a:t>
          </a:r>
          <a:r>
            <a:rPr lang="en-US" b="0" i="0" baseline="0"/>
            <a:t> Fill missing fields using mean, median, or default values to maintain consistency.</a:t>
          </a:r>
          <a:endParaRPr lang="en-US"/>
        </a:p>
      </dgm:t>
    </dgm:pt>
    <dgm:pt modelId="{E8844FD4-6534-493A-8162-69E4FFFA6637}" type="parTrans" cxnId="{FDECA9EE-52E4-47DC-BCA2-EB483D8BF338}">
      <dgm:prSet/>
      <dgm:spPr/>
      <dgm:t>
        <a:bodyPr/>
        <a:lstStyle/>
        <a:p>
          <a:endParaRPr lang="en-US"/>
        </a:p>
      </dgm:t>
    </dgm:pt>
    <dgm:pt modelId="{C9E1C275-0ECB-4579-824E-4F4FC55DFC6E}" type="sibTrans" cxnId="{FDECA9EE-52E4-47DC-BCA2-EB483D8BF338}">
      <dgm:prSet/>
      <dgm:spPr/>
      <dgm:t>
        <a:bodyPr/>
        <a:lstStyle/>
        <a:p>
          <a:endParaRPr lang="en-US"/>
        </a:p>
      </dgm:t>
    </dgm:pt>
    <dgm:pt modelId="{8839203C-FB12-4420-9224-3007C63FB339}">
      <dgm:prSet/>
      <dgm:spPr/>
      <dgm:t>
        <a:bodyPr/>
        <a:lstStyle/>
        <a:p>
          <a:r>
            <a:rPr lang="en-US" b="1" i="0" baseline="0"/>
            <a:t>Correct Errors:</a:t>
          </a:r>
          <a:r>
            <a:rPr lang="en-US" b="0" i="0" baseline="0"/>
            <a:t> Rectify incorrect data entries or typos to enhance accuracy. </a:t>
          </a:r>
          <a:endParaRPr lang="en-US"/>
        </a:p>
      </dgm:t>
    </dgm:pt>
    <dgm:pt modelId="{F40F538F-107A-461D-B878-767DC8AB3F1D}" type="parTrans" cxnId="{F6286157-E9AC-4AFB-8C5E-7D6F126294C5}">
      <dgm:prSet/>
      <dgm:spPr/>
      <dgm:t>
        <a:bodyPr/>
        <a:lstStyle/>
        <a:p>
          <a:endParaRPr lang="en-US"/>
        </a:p>
      </dgm:t>
    </dgm:pt>
    <dgm:pt modelId="{D326E169-A8FE-421B-B2A3-D60261594788}" type="sibTrans" cxnId="{F6286157-E9AC-4AFB-8C5E-7D6F126294C5}">
      <dgm:prSet/>
      <dgm:spPr/>
      <dgm:t>
        <a:bodyPr/>
        <a:lstStyle/>
        <a:p>
          <a:endParaRPr lang="en-US"/>
        </a:p>
      </dgm:t>
    </dgm:pt>
    <dgm:pt modelId="{C80FA524-F1AF-4843-AAF9-80EC43AE6C19}">
      <dgm:prSet/>
      <dgm:spPr/>
      <dgm:t>
        <a:bodyPr/>
        <a:lstStyle/>
        <a:p>
          <a:endParaRPr lang="en-US" dirty="0"/>
        </a:p>
      </dgm:t>
    </dgm:pt>
    <dgm:pt modelId="{54A9366C-A21A-45FB-A3DE-7D22A218550C}" type="parTrans" cxnId="{6A2D9117-45A8-431E-B634-7A9A382923E4}">
      <dgm:prSet/>
      <dgm:spPr/>
      <dgm:t>
        <a:bodyPr/>
        <a:lstStyle/>
        <a:p>
          <a:endParaRPr lang="hi-IN"/>
        </a:p>
      </dgm:t>
    </dgm:pt>
    <dgm:pt modelId="{EC1A43F5-DFB9-405D-A5B6-C9A007B01148}" type="sibTrans" cxnId="{6A2D9117-45A8-431E-B634-7A9A382923E4}">
      <dgm:prSet/>
      <dgm:spPr/>
      <dgm:t>
        <a:bodyPr/>
        <a:lstStyle/>
        <a:p>
          <a:endParaRPr lang="hi-IN"/>
        </a:p>
      </dgm:t>
    </dgm:pt>
    <dgm:pt modelId="{6223A31C-AE2E-46FC-8CF8-0D2AB1FCCF41}" type="pres">
      <dgm:prSet presAssocID="{EDC414A4-BB88-42AC-8F87-85F1D1D855E8}" presName="vert0" presStyleCnt="0">
        <dgm:presLayoutVars>
          <dgm:dir/>
          <dgm:animOne val="branch"/>
          <dgm:animLvl val="lvl"/>
        </dgm:presLayoutVars>
      </dgm:prSet>
      <dgm:spPr/>
    </dgm:pt>
    <dgm:pt modelId="{CA1F444E-3AC5-4821-AD1C-F68D8E2CDA02}" type="pres">
      <dgm:prSet presAssocID="{F1B56E36-B6F8-4055-BFAA-7EB6D3154B07}" presName="thickLine" presStyleLbl="alignNode1" presStyleIdx="0" presStyleCnt="10"/>
      <dgm:spPr/>
    </dgm:pt>
    <dgm:pt modelId="{574CE957-D588-4D96-AD99-46A8BDA1E58D}" type="pres">
      <dgm:prSet presAssocID="{F1B56E36-B6F8-4055-BFAA-7EB6D3154B07}" presName="horz1" presStyleCnt="0"/>
      <dgm:spPr/>
    </dgm:pt>
    <dgm:pt modelId="{A74CC8E2-D7A2-4AE2-BCF2-D1687E9852EE}" type="pres">
      <dgm:prSet presAssocID="{F1B56E36-B6F8-4055-BFAA-7EB6D3154B07}" presName="tx1" presStyleLbl="revTx" presStyleIdx="0" presStyleCnt="10"/>
      <dgm:spPr/>
    </dgm:pt>
    <dgm:pt modelId="{E529040F-30A9-4603-BAE3-9262B55E4B55}" type="pres">
      <dgm:prSet presAssocID="{F1B56E36-B6F8-4055-BFAA-7EB6D3154B07}" presName="vert1" presStyleCnt="0"/>
      <dgm:spPr/>
    </dgm:pt>
    <dgm:pt modelId="{C6CFDE91-09D1-4A9C-9CED-947628572C45}" type="pres">
      <dgm:prSet presAssocID="{878060A5-50C7-4372-8D5E-076903CB73AC}" presName="thickLine" presStyleLbl="alignNode1" presStyleIdx="1" presStyleCnt="10"/>
      <dgm:spPr/>
    </dgm:pt>
    <dgm:pt modelId="{ADA145A6-9984-483D-8F7D-205D7769848D}" type="pres">
      <dgm:prSet presAssocID="{878060A5-50C7-4372-8D5E-076903CB73AC}" presName="horz1" presStyleCnt="0"/>
      <dgm:spPr/>
    </dgm:pt>
    <dgm:pt modelId="{026D8653-87C8-4191-9735-B6622813A7D0}" type="pres">
      <dgm:prSet presAssocID="{878060A5-50C7-4372-8D5E-076903CB73AC}" presName="tx1" presStyleLbl="revTx" presStyleIdx="1" presStyleCnt="10"/>
      <dgm:spPr/>
    </dgm:pt>
    <dgm:pt modelId="{E793BB6F-DD25-4DCE-B4DF-11C121E01C3B}" type="pres">
      <dgm:prSet presAssocID="{878060A5-50C7-4372-8D5E-076903CB73AC}" presName="vert1" presStyleCnt="0"/>
      <dgm:spPr/>
    </dgm:pt>
    <dgm:pt modelId="{E1B7E0BD-0819-410D-812C-BDE6357D15C2}" type="pres">
      <dgm:prSet presAssocID="{2FE98931-7BA9-498A-A78D-F15C1904CB46}" presName="thickLine" presStyleLbl="alignNode1" presStyleIdx="2" presStyleCnt="10"/>
      <dgm:spPr/>
    </dgm:pt>
    <dgm:pt modelId="{A6253C1D-6C2C-42B6-B14C-E468BDE2D9BF}" type="pres">
      <dgm:prSet presAssocID="{2FE98931-7BA9-498A-A78D-F15C1904CB46}" presName="horz1" presStyleCnt="0"/>
      <dgm:spPr/>
    </dgm:pt>
    <dgm:pt modelId="{8FCBE486-48C1-4858-BA1D-9CCA461E55C0}" type="pres">
      <dgm:prSet presAssocID="{2FE98931-7BA9-498A-A78D-F15C1904CB46}" presName="tx1" presStyleLbl="revTx" presStyleIdx="2" presStyleCnt="10"/>
      <dgm:spPr/>
    </dgm:pt>
    <dgm:pt modelId="{3E5D9D17-6BF9-4B1B-84F3-0ADEE9631145}" type="pres">
      <dgm:prSet presAssocID="{2FE98931-7BA9-498A-A78D-F15C1904CB46}" presName="vert1" presStyleCnt="0"/>
      <dgm:spPr/>
    </dgm:pt>
    <dgm:pt modelId="{9476C4DE-CF79-456F-B881-A9BD6142A73E}" type="pres">
      <dgm:prSet presAssocID="{C80FA524-F1AF-4843-AAF9-80EC43AE6C19}" presName="thickLine" presStyleLbl="alignNode1" presStyleIdx="3" presStyleCnt="10"/>
      <dgm:spPr/>
    </dgm:pt>
    <dgm:pt modelId="{1001A43B-5DA8-4BC4-AEE3-72ED10DC4498}" type="pres">
      <dgm:prSet presAssocID="{C80FA524-F1AF-4843-AAF9-80EC43AE6C19}" presName="horz1" presStyleCnt="0"/>
      <dgm:spPr/>
    </dgm:pt>
    <dgm:pt modelId="{D8F5F11E-9B15-45D4-B872-889A24868748}" type="pres">
      <dgm:prSet presAssocID="{C80FA524-F1AF-4843-AAF9-80EC43AE6C19}" presName="tx1" presStyleLbl="revTx" presStyleIdx="3" presStyleCnt="10"/>
      <dgm:spPr/>
    </dgm:pt>
    <dgm:pt modelId="{11974576-8149-434D-8B98-FD0F8C138EA8}" type="pres">
      <dgm:prSet presAssocID="{C80FA524-F1AF-4843-AAF9-80EC43AE6C19}" presName="vert1" presStyleCnt="0"/>
      <dgm:spPr/>
    </dgm:pt>
    <dgm:pt modelId="{3990CF45-A1D0-4118-8131-05E0056C73AA}" type="pres">
      <dgm:prSet presAssocID="{2E317762-D318-43DC-8F35-E53669AD55AC}" presName="thickLine" presStyleLbl="alignNode1" presStyleIdx="4" presStyleCnt="10"/>
      <dgm:spPr/>
    </dgm:pt>
    <dgm:pt modelId="{9C025F3B-C5E4-4A20-8099-080F2345C0B5}" type="pres">
      <dgm:prSet presAssocID="{2E317762-D318-43DC-8F35-E53669AD55AC}" presName="horz1" presStyleCnt="0"/>
      <dgm:spPr/>
    </dgm:pt>
    <dgm:pt modelId="{B77CB622-F842-47BF-BB5A-85BFF23CB1AF}" type="pres">
      <dgm:prSet presAssocID="{2E317762-D318-43DC-8F35-E53669AD55AC}" presName="tx1" presStyleLbl="revTx" presStyleIdx="4" presStyleCnt="10"/>
      <dgm:spPr/>
    </dgm:pt>
    <dgm:pt modelId="{F3C52D03-BCC7-4F46-935E-D1F2BEE3662C}" type="pres">
      <dgm:prSet presAssocID="{2E317762-D318-43DC-8F35-E53669AD55AC}" presName="vert1" presStyleCnt="0"/>
      <dgm:spPr/>
    </dgm:pt>
    <dgm:pt modelId="{B61E24C1-6082-4939-AEA1-FA7D7E75A061}" type="pres">
      <dgm:prSet presAssocID="{EC622D33-490D-4C12-BE5F-102508610B03}" presName="thickLine" presStyleLbl="alignNode1" presStyleIdx="5" presStyleCnt="10"/>
      <dgm:spPr/>
    </dgm:pt>
    <dgm:pt modelId="{3F806C93-83B7-474F-BE38-D8D25B4AF072}" type="pres">
      <dgm:prSet presAssocID="{EC622D33-490D-4C12-BE5F-102508610B03}" presName="horz1" presStyleCnt="0"/>
      <dgm:spPr/>
    </dgm:pt>
    <dgm:pt modelId="{69029695-2C8E-4D5F-A666-D53ED0148895}" type="pres">
      <dgm:prSet presAssocID="{EC622D33-490D-4C12-BE5F-102508610B03}" presName="tx1" presStyleLbl="revTx" presStyleIdx="5" presStyleCnt="10"/>
      <dgm:spPr/>
    </dgm:pt>
    <dgm:pt modelId="{754323FC-2654-4BA3-AA73-F02207782FDE}" type="pres">
      <dgm:prSet presAssocID="{EC622D33-490D-4C12-BE5F-102508610B03}" presName="vert1" presStyleCnt="0"/>
      <dgm:spPr/>
    </dgm:pt>
    <dgm:pt modelId="{F362AA86-778B-4B3A-920D-96D541CC3AA1}" type="pres">
      <dgm:prSet presAssocID="{476C262A-B321-48D7-AAAD-E18AC405D815}" presName="thickLine" presStyleLbl="alignNode1" presStyleIdx="6" presStyleCnt="10"/>
      <dgm:spPr/>
    </dgm:pt>
    <dgm:pt modelId="{8F3B31DB-30BE-4AFA-A3AF-22EF393ED1EF}" type="pres">
      <dgm:prSet presAssocID="{476C262A-B321-48D7-AAAD-E18AC405D815}" presName="horz1" presStyleCnt="0"/>
      <dgm:spPr/>
    </dgm:pt>
    <dgm:pt modelId="{1F1F0069-7339-4715-A79E-8ADA2D580297}" type="pres">
      <dgm:prSet presAssocID="{476C262A-B321-48D7-AAAD-E18AC405D815}" presName="tx1" presStyleLbl="revTx" presStyleIdx="6" presStyleCnt="10"/>
      <dgm:spPr/>
    </dgm:pt>
    <dgm:pt modelId="{962995AF-1B67-4CE0-A1BE-20A526015AE1}" type="pres">
      <dgm:prSet presAssocID="{476C262A-B321-48D7-AAAD-E18AC405D815}" presName="vert1" presStyleCnt="0"/>
      <dgm:spPr/>
    </dgm:pt>
    <dgm:pt modelId="{17D2796B-AEBA-49AF-B4BD-BC37FEF0CD26}" type="pres">
      <dgm:prSet presAssocID="{DB02E7C8-E44C-4ADD-A8DA-8EFD14623E1D}" presName="thickLine" presStyleLbl="alignNode1" presStyleIdx="7" presStyleCnt="10"/>
      <dgm:spPr/>
    </dgm:pt>
    <dgm:pt modelId="{F9EF897F-F38E-43D5-9DDA-4160655212BD}" type="pres">
      <dgm:prSet presAssocID="{DB02E7C8-E44C-4ADD-A8DA-8EFD14623E1D}" presName="horz1" presStyleCnt="0"/>
      <dgm:spPr/>
    </dgm:pt>
    <dgm:pt modelId="{533452EB-DFD1-424A-AF5C-122BDD78FAF7}" type="pres">
      <dgm:prSet presAssocID="{DB02E7C8-E44C-4ADD-A8DA-8EFD14623E1D}" presName="tx1" presStyleLbl="revTx" presStyleIdx="7" presStyleCnt="10"/>
      <dgm:spPr/>
    </dgm:pt>
    <dgm:pt modelId="{1A789716-AB07-461D-907F-B1736BB45705}" type="pres">
      <dgm:prSet presAssocID="{DB02E7C8-E44C-4ADD-A8DA-8EFD14623E1D}" presName="vert1" presStyleCnt="0"/>
      <dgm:spPr/>
    </dgm:pt>
    <dgm:pt modelId="{75061639-09B3-4ABC-A43C-F8A9C8330FDB}" type="pres">
      <dgm:prSet presAssocID="{326058FA-FD59-451C-9723-068867D71CA3}" presName="thickLine" presStyleLbl="alignNode1" presStyleIdx="8" presStyleCnt="10"/>
      <dgm:spPr/>
    </dgm:pt>
    <dgm:pt modelId="{D68EA176-FAAA-4186-B5BC-60512F823D5D}" type="pres">
      <dgm:prSet presAssocID="{326058FA-FD59-451C-9723-068867D71CA3}" presName="horz1" presStyleCnt="0"/>
      <dgm:spPr/>
    </dgm:pt>
    <dgm:pt modelId="{9BEB39FF-2424-40B8-A785-88DE8865D2A8}" type="pres">
      <dgm:prSet presAssocID="{326058FA-FD59-451C-9723-068867D71CA3}" presName="tx1" presStyleLbl="revTx" presStyleIdx="8" presStyleCnt="10"/>
      <dgm:spPr/>
    </dgm:pt>
    <dgm:pt modelId="{7DB7A478-0708-487E-931C-4B3185DAF6DB}" type="pres">
      <dgm:prSet presAssocID="{326058FA-FD59-451C-9723-068867D71CA3}" presName="vert1" presStyleCnt="0"/>
      <dgm:spPr/>
    </dgm:pt>
    <dgm:pt modelId="{A26C8B36-C1E2-40EC-AD5A-5C10D4250A06}" type="pres">
      <dgm:prSet presAssocID="{8839203C-FB12-4420-9224-3007C63FB339}" presName="thickLine" presStyleLbl="alignNode1" presStyleIdx="9" presStyleCnt="10"/>
      <dgm:spPr/>
    </dgm:pt>
    <dgm:pt modelId="{60254951-AE92-45F2-8C9B-D47F59D36F20}" type="pres">
      <dgm:prSet presAssocID="{8839203C-FB12-4420-9224-3007C63FB339}" presName="horz1" presStyleCnt="0"/>
      <dgm:spPr/>
    </dgm:pt>
    <dgm:pt modelId="{7907BE30-0D47-45A2-BD41-999558543239}" type="pres">
      <dgm:prSet presAssocID="{8839203C-FB12-4420-9224-3007C63FB339}" presName="tx1" presStyleLbl="revTx" presStyleIdx="9" presStyleCnt="10"/>
      <dgm:spPr/>
    </dgm:pt>
    <dgm:pt modelId="{E4FA7AB8-787C-49D4-B2B7-13888A37644D}" type="pres">
      <dgm:prSet presAssocID="{8839203C-FB12-4420-9224-3007C63FB339}" presName="vert1" presStyleCnt="0"/>
      <dgm:spPr/>
    </dgm:pt>
  </dgm:ptLst>
  <dgm:cxnLst>
    <dgm:cxn modelId="{7671C206-2E92-40DE-A357-F1938836D539}" type="presOf" srcId="{F1B56E36-B6F8-4055-BFAA-7EB6D3154B07}" destId="{A74CC8E2-D7A2-4AE2-BCF2-D1687E9852EE}" srcOrd="0" destOrd="0" presId="urn:microsoft.com/office/officeart/2008/layout/LinedList"/>
    <dgm:cxn modelId="{E1BB1F11-CCCB-4229-BF0F-564AAE4F5616}" type="presOf" srcId="{2FE98931-7BA9-498A-A78D-F15C1904CB46}" destId="{8FCBE486-48C1-4858-BA1D-9CCA461E55C0}" srcOrd="0" destOrd="0" presId="urn:microsoft.com/office/officeart/2008/layout/LinedList"/>
    <dgm:cxn modelId="{8B560613-25BF-4098-8ACF-556E35332398}" type="presOf" srcId="{2E317762-D318-43DC-8F35-E53669AD55AC}" destId="{B77CB622-F842-47BF-BB5A-85BFF23CB1AF}" srcOrd="0" destOrd="0" presId="urn:microsoft.com/office/officeart/2008/layout/LinedList"/>
    <dgm:cxn modelId="{6A2D9117-45A8-431E-B634-7A9A382923E4}" srcId="{EDC414A4-BB88-42AC-8F87-85F1D1D855E8}" destId="{C80FA524-F1AF-4843-AAF9-80EC43AE6C19}" srcOrd="3" destOrd="0" parTransId="{54A9366C-A21A-45FB-A3DE-7D22A218550C}" sibTransId="{EC1A43F5-DFB9-405D-A5B6-C9A007B01148}"/>
    <dgm:cxn modelId="{62B9DE27-B404-4C17-93AC-A2B230765EAC}" srcId="{EDC414A4-BB88-42AC-8F87-85F1D1D855E8}" destId="{2FE98931-7BA9-498A-A78D-F15C1904CB46}" srcOrd="2" destOrd="0" parTransId="{A98220C2-692C-4AB4-91DF-1622EA4CD7E1}" sibTransId="{8B3CF205-FBC0-491A-9E3B-EC701677DDA4}"/>
    <dgm:cxn modelId="{D0CF5B5E-A6DE-4A8A-BC36-15228671BA42}" type="presOf" srcId="{DB02E7C8-E44C-4ADD-A8DA-8EFD14623E1D}" destId="{533452EB-DFD1-424A-AF5C-122BDD78FAF7}" srcOrd="0" destOrd="0" presId="urn:microsoft.com/office/officeart/2008/layout/LinedList"/>
    <dgm:cxn modelId="{053EF94C-EC00-480B-807B-E60BBDCDB823}" srcId="{EDC414A4-BB88-42AC-8F87-85F1D1D855E8}" destId="{F1B56E36-B6F8-4055-BFAA-7EB6D3154B07}" srcOrd="0" destOrd="0" parTransId="{98295198-A9E8-4714-890B-342139A0620F}" sibTransId="{AC9DF2C3-219A-4E13-A3CD-28794A82E0E6}"/>
    <dgm:cxn modelId="{F4D1E850-0628-484F-BD55-1A4CE1F64F99}" type="presOf" srcId="{EC622D33-490D-4C12-BE5F-102508610B03}" destId="{69029695-2C8E-4D5F-A666-D53ED0148895}" srcOrd="0" destOrd="0" presId="urn:microsoft.com/office/officeart/2008/layout/LinedList"/>
    <dgm:cxn modelId="{8F30FD56-9467-4F41-865A-A8F8F6169936}" type="presOf" srcId="{EDC414A4-BB88-42AC-8F87-85F1D1D855E8}" destId="{6223A31C-AE2E-46FC-8CF8-0D2AB1FCCF41}" srcOrd="0" destOrd="0" presId="urn:microsoft.com/office/officeart/2008/layout/LinedList"/>
    <dgm:cxn modelId="{F6286157-E9AC-4AFB-8C5E-7D6F126294C5}" srcId="{EDC414A4-BB88-42AC-8F87-85F1D1D855E8}" destId="{8839203C-FB12-4420-9224-3007C63FB339}" srcOrd="9" destOrd="0" parTransId="{F40F538F-107A-461D-B878-767DC8AB3F1D}" sibTransId="{D326E169-A8FE-421B-B2A3-D60261594788}"/>
    <dgm:cxn modelId="{21FF7457-4CD4-46B2-84D2-F7B357878E16}" type="presOf" srcId="{878060A5-50C7-4372-8D5E-076903CB73AC}" destId="{026D8653-87C8-4191-9735-B6622813A7D0}" srcOrd="0" destOrd="0" presId="urn:microsoft.com/office/officeart/2008/layout/LinedList"/>
    <dgm:cxn modelId="{145ABD9D-940A-474B-BB3D-A00C10F20949}" type="presOf" srcId="{476C262A-B321-48D7-AAAD-E18AC405D815}" destId="{1F1F0069-7339-4715-A79E-8ADA2D580297}" srcOrd="0" destOrd="0" presId="urn:microsoft.com/office/officeart/2008/layout/LinedList"/>
    <dgm:cxn modelId="{1DCDE9A8-BA1E-40A3-A2E0-0088BC0D2B80}" srcId="{EDC414A4-BB88-42AC-8F87-85F1D1D855E8}" destId="{2E317762-D318-43DC-8F35-E53669AD55AC}" srcOrd="4" destOrd="0" parTransId="{7820F7B0-EBCB-4900-B441-046A7EF2E532}" sibTransId="{60CA18D2-68AB-41F9-AE25-8930FACDCAED}"/>
    <dgm:cxn modelId="{6F6992B9-8552-486E-BA70-DC115DFB58C1}" type="presOf" srcId="{C80FA524-F1AF-4843-AAF9-80EC43AE6C19}" destId="{D8F5F11E-9B15-45D4-B872-889A24868748}" srcOrd="0" destOrd="0" presId="urn:microsoft.com/office/officeart/2008/layout/LinedList"/>
    <dgm:cxn modelId="{7D72CBC3-7C7A-48B4-95F6-B6120D4D33C9}" srcId="{EDC414A4-BB88-42AC-8F87-85F1D1D855E8}" destId="{DB02E7C8-E44C-4ADD-A8DA-8EFD14623E1D}" srcOrd="7" destOrd="0" parTransId="{187F8841-25B6-45C3-9B7B-0E1BCA9D3932}" sibTransId="{6041B55E-2F73-4352-98C2-20397BFCD672}"/>
    <dgm:cxn modelId="{251169D0-B3A6-43C1-84CC-E3A4D952618A}" srcId="{EDC414A4-BB88-42AC-8F87-85F1D1D855E8}" destId="{476C262A-B321-48D7-AAAD-E18AC405D815}" srcOrd="6" destOrd="0" parTransId="{A458FCC3-E108-4FB7-8C29-B008A745DE92}" sibTransId="{35DFC8C7-745A-4BF1-800A-79DA08AC7163}"/>
    <dgm:cxn modelId="{16706ED1-27B3-465C-8372-78B3119225B1}" srcId="{EDC414A4-BB88-42AC-8F87-85F1D1D855E8}" destId="{EC622D33-490D-4C12-BE5F-102508610B03}" srcOrd="5" destOrd="0" parTransId="{85C1741C-94F3-44BD-B884-77A3804B13B2}" sibTransId="{E312B63B-7D29-4221-8F43-E15E0E64FC89}"/>
    <dgm:cxn modelId="{7303ACDD-26CB-48C7-B30F-9F53077291E4}" srcId="{EDC414A4-BB88-42AC-8F87-85F1D1D855E8}" destId="{878060A5-50C7-4372-8D5E-076903CB73AC}" srcOrd="1" destOrd="0" parTransId="{241A8D87-52A3-4799-8779-E73BAFE01EE0}" sibTransId="{CBBCDB55-D769-412C-9B97-AE681F1D16BA}"/>
    <dgm:cxn modelId="{DCD0D7E5-C344-42E7-8F28-120E0D99F78E}" type="presOf" srcId="{326058FA-FD59-451C-9723-068867D71CA3}" destId="{9BEB39FF-2424-40B8-A785-88DE8865D2A8}" srcOrd="0" destOrd="0" presId="urn:microsoft.com/office/officeart/2008/layout/LinedList"/>
    <dgm:cxn modelId="{A41F46E9-E558-401F-A237-3107951F6BB0}" type="presOf" srcId="{8839203C-FB12-4420-9224-3007C63FB339}" destId="{7907BE30-0D47-45A2-BD41-999558543239}" srcOrd="0" destOrd="0" presId="urn:microsoft.com/office/officeart/2008/layout/LinedList"/>
    <dgm:cxn modelId="{FDECA9EE-52E4-47DC-BCA2-EB483D8BF338}" srcId="{EDC414A4-BB88-42AC-8F87-85F1D1D855E8}" destId="{326058FA-FD59-451C-9723-068867D71CA3}" srcOrd="8" destOrd="0" parTransId="{E8844FD4-6534-493A-8162-69E4FFFA6637}" sibTransId="{C9E1C275-0ECB-4579-824E-4F4FC55DFC6E}"/>
    <dgm:cxn modelId="{62152FCC-2814-4099-B039-48FE2FBCECCE}" type="presParOf" srcId="{6223A31C-AE2E-46FC-8CF8-0D2AB1FCCF41}" destId="{CA1F444E-3AC5-4821-AD1C-F68D8E2CDA02}" srcOrd="0" destOrd="0" presId="urn:microsoft.com/office/officeart/2008/layout/LinedList"/>
    <dgm:cxn modelId="{8A5A28E6-CB08-486F-BA46-C858BD89FDF8}" type="presParOf" srcId="{6223A31C-AE2E-46FC-8CF8-0D2AB1FCCF41}" destId="{574CE957-D588-4D96-AD99-46A8BDA1E58D}" srcOrd="1" destOrd="0" presId="urn:microsoft.com/office/officeart/2008/layout/LinedList"/>
    <dgm:cxn modelId="{6878E53F-5636-431D-8C19-F7303A6AF33A}" type="presParOf" srcId="{574CE957-D588-4D96-AD99-46A8BDA1E58D}" destId="{A74CC8E2-D7A2-4AE2-BCF2-D1687E9852EE}" srcOrd="0" destOrd="0" presId="urn:microsoft.com/office/officeart/2008/layout/LinedList"/>
    <dgm:cxn modelId="{E1DB2AB7-292B-4AF2-AAD5-F3AA93362031}" type="presParOf" srcId="{574CE957-D588-4D96-AD99-46A8BDA1E58D}" destId="{E529040F-30A9-4603-BAE3-9262B55E4B55}" srcOrd="1" destOrd="0" presId="urn:microsoft.com/office/officeart/2008/layout/LinedList"/>
    <dgm:cxn modelId="{3243FE7B-D13A-4380-8AF7-B45F44B1FB78}" type="presParOf" srcId="{6223A31C-AE2E-46FC-8CF8-0D2AB1FCCF41}" destId="{C6CFDE91-09D1-4A9C-9CED-947628572C45}" srcOrd="2" destOrd="0" presId="urn:microsoft.com/office/officeart/2008/layout/LinedList"/>
    <dgm:cxn modelId="{5187E680-FAAE-44D3-8FCB-AF9CE79CC000}" type="presParOf" srcId="{6223A31C-AE2E-46FC-8CF8-0D2AB1FCCF41}" destId="{ADA145A6-9984-483D-8F7D-205D7769848D}" srcOrd="3" destOrd="0" presId="urn:microsoft.com/office/officeart/2008/layout/LinedList"/>
    <dgm:cxn modelId="{D4DD9C3A-E16B-4BA6-9CA1-8E7F4D0B0B25}" type="presParOf" srcId="{ADA145A6-9984-483D-8F7D-205D7769848D}" destId="{026D8653-87C8-4191-9735-B6622813A7D0}" srcOrd="0" destOrd="0" presId="urn:microsoft.com/office/officeart/2008/layout/LinedList"/>
    <dgm:cxn modelId="{0DD295C4-8050-4861-874C-CECC7407AF4D}" type="presParOf" srcId="{ADA145A6-9984-483D-8F7D-205D7769848D}" destId="{E793BB6F-DD25-4DCE-B4DF-11C121E01C3B}" srcOrd="1" destOrd="0" presId="urn:microsoft.com/office/officeart/2008/layout/LinedList"/>
    <dgm:cxn modelId="{A85F0945-AB59-4D4F-BF1B-100CE774F218}" type="presParOf" srcId="{6223A31C-AE2E-46FC-8CF8-0D2AB1FCCF41}" destId="{E1B7E0BD-0819-410D-812C-BDE6357D15C2}" srcOrd="4" destOrd="0" presId="urn:microsoft.com/office/officeart/2008/layout/LinedList"/>
    <dgm:cxn modelId="{878AE3E8-B160-4A35-807E-E56F4FFFAE6C}" type="presParOf" srcId="{6223A31C-AE2E-46FC-8CF8-0D2AB1FCCF41}" destId="{A6253C1D-6C2C-42B6-B14C-E468BDE2D9BF}" srcOrd="5" destOrd="0" presId="urn:microsoft.com/office/officeart/2008/layout/LinedList"/>
    <dgm:cxn modelId="{250E800D-A56E-48F7-9ED2-1D97A9521F14}" type="presParOf" srcId="{A6253C1D-6C2C-42B6-B14C-E468BDE2D9BF}" destId="{8FCBE486-48C1-4858-BA1D-9CCA461E55C0}" srcOrd="0" destOrd="0" presId="urn:microsoft.com/office/officeart/2008/layout/LinedList"/>
    <dgm:cxn modelId="{11CB4C5E-ABAB-46A8-B676-F85186D18310}" type="presParOf" srcId="{A6253C1D-6C2C-42B6-B14C-E468BDE2D9BF}" destId="{3E5D9D17-6BF9-4B1B-84F3-0ADEE9631145}" srcOrd="1" destOrd="0" presId="urn:microsoft.com/office/officeart/2008/layout/LinedList"/>
    <dgm:cxn modelId="{C58FC3BC-F77A-4CCF-BEFC-23473243409A}" type="presParOf" srcId="{6223A31C-AE2E-46FC-8CF8-0D2AB1FCCF41}" destId="{9476C4DE-CF79-456F-B881-A9BD6142A73E}" srcOrd="6" destOrd="0" presId="urn:microsoft.com/office/officeart/2008/layout/LinedList"/>
    <dgm:cxn modelId="{FA52B426-C6FC-4B52-B732-4A555D220639}" type="presParOf" srcId="{6223A31C-AE2E-46FC-8CF8-0D2AB1FCCF41}" destId="{1001A43B-5DA8-4BC4-AEE3-72ED10DC4498}" srcOrd="7" destOrd="0" presId="urn:microsoft.com/office/officeart/2008/layout/LinedList"/>
    <dgm:cxn modelId="{61FB9CCB-266B-4CC7-AC7D-77E68916EAA5}" type="presParOf" srcId="{1001A43B-5DA8-4BC4-AEE3-72ED10DC4498}" destId="{D8F5F11E-9B15-45D4-B872-889A24868748}" srcOrd="0" destOrd="0" presId="urn:microsoft.com/office/officeart/2008/layout/LinedList"/>
    <dgm:cxn modelId="{EFB46575-5D09-4EBA-AB85-8459122295A0}" type="presParOf" srcId="{1001A43B-5DA8-4BC4-AEE3-72ED10DC4498}" destId="{11974576-8149-434D-8B98-FD0F8C138EA8}" srcOrd="1" destOrd="0" presId="urn:microsoft.com/office/officeart/2008/layout/LinedList"/>
    <dgm:cxn modelId="{6279F43E-C49C-4424-8F52-63D6E3D9DAE6}" type="presParOf" srcId="{6223A31C-AE2E-46FC-8CF8-0D2AB1FCCF41}" destId="{3990CF45-A1D0-4118-8131-05E0056C73AA}" srcOrd="8" destOrd="0" presId="urn:microsoft.com/office/officeart/2008/layout/LinedList"/>
    <dgm:cxn modelId="{9F6465F2-D2E5-4907-85A1-4A84C7EC3A13}" type="presParOf" srcId="{6223A31C-AE2E-46FC-8CF8-0D2AB1FCCF41}" destId="{9C025F3B-C5E4-4A20-8099-080F2345C0B5}" srcOrd="9" destOrd="0" presId="urn:microsoft.com/office/officeart/2008/layout/LinedList"/>
    <dgm:cxn modelId="{C54B96EE-AB95-4264-A3DB-D4670EF8CA01}" type="presParOf" srcId="{9C025F3B-C5E4-4A20-8099-080F2345C0B5}" destId="{B77CB622-F842-47BF-BB5A-85BFF23CB1AF}" srcOrd="0" destOrd="0" presId="urn:microsoft.com/office/officeart/2008/layout/LinedList"/>
    <dgm:cxn modelId="{00ED8CF9-C50A-4F89-B30C-E1A0D8B70BC2}" type="presParOf" srcId="{9C025F3B-C5E4-4A20-8099-080F2345C0B5}" destId="{F3C52D03-BCC7-4F46-935E-D1F2BEE3662C}" srcOrd="1" destOrd="0" presId="urn:microsoft.com/office/officeart/2008/layout/LinedList"/>
    <dgm:cxn modelId="{F37DC73A-76AC-4A86-A01A-0D7E1AC4B77F}" type="presParOf" srcId="{6223A31C-AE2E-46FC-8CF8-0D2AB1FCCF41}" destId="{B61E24C1-6082-4939-AEA1-FA7D7E75A061}" srcOrd="10" destOrd="0" presId="urn:microsoft.com/office/officeart/2008/layout/LinedList"/>
    <dgm:cxn modelId="{C348E075-8234-4E79-9178-3C5C561CE9D4}" type="presParOf" srcId="{6223A31C-AE2E-46FC-8CF8-0D2AB1FCCF41}" destId="{3F806C93-83B7-474F-BE38-D8D25B4AF072}" srcOrd="11" destOrd="0" presId="urn:microsoft.com/office/officeart/2008/layout/LinedList"/>
    <dgm:cxn modelId="{2EB2C53C-7232-4A9A-ABC3-BA897ADEAFBB}" type="presParOf" srcId="{3F806C93-83B7-474F-BE38-D8D25B4AF072}" destId="{69029695-2C8E-4D5F-A666-D53ED0148895}" srcOrd="0" destOrd="0" presId="urn:microsoft.com/office/officeart/2008/layout/LinedList"/>
    <dgm:cxn modelId="{EBF43002-5DA2-436F-9D0E-F18A2579705A}" type="presParOf" srcId="{3F806C93-83B7-474F-BE38-D8D25B4AF072}" destId="{754323FC-2654-4BA3-AA73-F02207782FDE}" srcOrd="1" destOrd="0" presId="urn:microsoft.com/office/officeart/2008/layout/LinedList"/>
    <dgm:cxn modelId="{3CE82FDA-8DB0-4CD8-868F-70A57A4F3402}" type="presParOf" srcId="{6223A31C-AE2E-46FC-8CF8-0D2AB1FCCF41}" destId="{F362AA86-778B-4B3A-920D-96D541CC3AA1}" srcOrd="12" destOrd="0" presId="urn:microsoft.com/office/officeart/2008/layout/LinedList"/>
    <dgm:cxn modelId="{F5CA0223-2793-4813-9F8B-78E50B757DB7}" type="presParOf" srcId="{6223A31C-AE2E-46FC-8CF8-0D2AB1FCCF41}" destId="{8F3B31DB-30BE-4AFA-A3AF-22EF393ED1EF}" srcOrd="13" destOrd="0" presId="urn:microsoft.com/office/officeart/2008/layout/LinedList"/>
    <dgm:cxn modelId="{BA4DE9E2-54C6-4B58-A147-70657E871F4D}" type="presParOf" srcId="{8F3B31DB-30BE-4AFA-A3AF-22EF393ED1EF}" destId="{1F1F0069-7339-4715-A79E-8ADA2D580297}" srcOrd="0" destOrd="0" presId="urn:microsoft.com/office/officeart/2008/layout/LinedList"/>
    <dgm:cxn modelId="{A0C01CFE-A05B-4D4C-80BF-425153A9FFF5}" type="presParOf" srcId="{8F3B31DB-30BE-4AFA-A3AF-22EF393ED1EF}" destId="{962995AF-1B67-4CE0-A1BE-20A526015AE1}" srcOrd="1" destOrd="0" presId="urn:microsoft.com/office/officeart/2008/layout/LinedList"/>
    <dgm:cxn modelId="{B402693B-26D3-4949-B699-8E52DBE0FA3C}" type="presParOf" srcId="{6223A31C-AE2E-46FC-8CF8-0D2AB1FCCF41}" destId="{17D2796B-AEBA-49AF-B4BD-BC37FEF0CD26}" srcOrd="14" destOrd="0" presId="urn:microsoft.com/office/officeart/2008/layout/LinedList"/>
    <dgm:cxn modelId="{7E83EA00-85E0-4D6D-9E89-1A07093A9221}" type="presParOf" srcId="{6223A31C-AE2E-46FC-8CF8-0D2AB1FCCF41}" destId="{F9EF897F-F38E-43D5-9DDA-4160655212BD}" srcOrd="15" destOrd="0" presId="urn:microsoft.com/office/officeart/2008/layout/LinedList"/>
    <dgm:cxn modelId="{6CF44BB5-6BE1-433A-89E7-C8C35F457FB8}" type="presParOf" srcId="{F9EF897F-F38E-43D5-9DDA-4160655212BD}" destId="{533452EB-DFD1-424A-AF5C-122BDD78FAF7}" srcOrd="0" destOrd="0" presId="urn:microsoft.com/office/officeart/2008/layout/LinedList"/>
    <dgm:cxn modelId="{B25B0B2F-D04B-4738-98A1-54B4A6947058}" type="presParOf" srcId="{F9EF897F-F38E-43D5-9DDA-4160655212BD}" destId="{1A789716-AB07-461D-907F-B1736BB45705}" srcOrd="1" destOrd="0" presId="urn:microsoft.com/office/officeart/2008/layout/LinedList"/>
    <dgm:cxn modelId="{6FAE35D4-FD59-4357-8B86-9F3B88D2211E}" type="presParOf" srcId="{6223A31C-AE2E-46FC-8CF8-0D2AB1FCCF41}" destId="{75061639-09B3-4ABC-A43C-F8A9C8330FDB}" srcOrd="16" destOrd="0" presId="urn:microsoft.com/office/officeart/2008/layout/LinedList"/>
    <dgm:cxn modelId="{2CA28AF4-92D4-437F-98C4-9A67FB1A3E04}" type="presParOf" srcId="{6223A31C-AE2E-46FC-8CF8-0D2AB1FCCF41}" destId="{D68EA176-FAAA-4186-B5BC-60512F823D5D}" srcOrd="17" destOrd="0" presId="urn:microsoft.com/office/officeart/2008/layout/LinedList"/>
    <dgm:cxn modelId="{4CD94D01-FDD6-46B1-8ADA-F0EA2546E1D1}" type="presParOf" srcId="{D68EA176-FAAA-4186-B5BC-60512F823D5D}" destId="{9BEB39FF-2424-40B8-A785-88DE8865D2A8}" srcOrd="0" destOrd="0" presId="urn:microsoft.com/office/officeart/2008/layout/LinedList"/>
    <dgm:cxn modelId="{771A2329-E893-4456-8B13-140D259FDFCA}" type="presParOf" srcId="{D68EA176-FAAA-4186-B5BC-60512F823D5D}" destId="{7DB7A478-0708-487E-931C-4B3185DAF6DB}" srcOrd="1" destOrd="0" presId="urn:microsoft.com/office/officeart/2008/layout/LinedList"/>
    <dgm:cxn modelId="{AFED0EFA-BCD7-49C7-8FA2-33668529C931}" type="presParOf" srcId="{6223A31C-AE2E-46FC-8CF8-0D2AB1FCCF41}" destId="{A26C8B36-C1E2-40EC-AD5A-5C10D4250A06}" srcOrd="18" destOrd="0" presId="urn:microsoft.com/office/officeart/2008/layout/LinedList"/>
    <dgm:cxn modelId="{249C8D1E-252D-4CCA-9AB4-711BCF3FF301}" type="presParOf" srcId="{6223A31C-AE2E-46FC-8CF8-0D2AB1FCCF41}" destId="{60254951-AE92-45F2-8C9B-D47F59D36F20}" srcOrd="19" destOrd="0" presId="urn:microsoft.com/office/officeart/2008/layout/LinedList"/>
    <dgm:cxn modelId="{95E8E357-B8FF-4A96-AEB0-D717D9CD508E}" type="presParOf" srcId="{60254951-AE92-45F2-8C9B-D47F59D36F20}" destId="{7907BE30-0D47-45A2-BD41-999558543239}" srcOrd="0" destOrd="0" presId="urn:microsoft.com/office/officeart/2008/layout/LinedList"/>
    <dgm:cxn modelId="{2212A3DB-17CB-4567-81B1-10028F554F85}" type="presParOf" srcId="{60254951-AE92-45F2-8C9B-D47F59D36F20}" destId="{E4FA7AB8-787C-49D4-B2B7-13888A37644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0B71B50-DA73-454A-991F-9482E63F76B8}"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F3A5EA15-7FC0-4EE2-B043-23544A413A5E}">
      <dgm:prSet/>
      <dgm:spPr/>
      <dgm:t>
        <a:bodyPr/>
        <a:lstStyle/>
        <a:p>
          <a:r>
            <a:rPr lang="en-US" b="1"/>
            <a:t>3. Data Transformation:</a:t>
          </a:r>
          <a:endParaRPr lang="en-US"/>
        </a:p>
      </dgm:t>
    </dgm:pt>
    <dgm:pt modelId="{38988F03-62FB-4ED6-8F16-73B7D260EA79}" type="parTrans" cxnId="{398B149D-7DE4-42A2-936E-634C4CAECF23}">
      <dgm:prSet/>
      <dgm:spPr/>
      <dgm:t>
        <a:bodyPr/>
        <a:lstStyle/>
        <a:p>
          <a:endParaRPr lang="en-US"/>
        </a:p>
      </dgm:t>
    </dgm:pt>
    <dgm:pt modelId="{1437A25F-DF01-4CD6-B07F-7EA4FC8C4307}" type="sibTrans" cxnId="{398B149D-7DE4-42A2-936E-634C4CAECF23}">
      <dgm:prSet/>
      <dgm:spPr/>
      <dgm:t>
        <a:bodyPr/>
        <a:lstStyle/>
        <a:p>
          <a:endParaRPr lang="en-US"/>
        </a:p>
      </dgm:t>
    </dgm:pt>
    <dgm:pt modelId="{26F1839D-35C3-4855-BC28-12A360AD4CBC}">
      <dgm:prSet/>
      <dgm:spPr/>
      <dgm:t>
        <a:bodyPr/>
        <a:lstStyle/>
        <a:p>
          <a:r>
            <a:rPr lang="en-US" b="1" i="0" baseline="0"/>
            <a:t>Change Data Types:</a:t>
          </a:r>
          <a:r>
            <a:rPr lang="en-US" b="0" i="0" baseline="0"/>
            <a:t> Update data types where necessary (e.g., ensuring numerical values for fees or ratings).</a:t>
          </a:r>
          <a:endParaRPr lang="en-US"/>
        </a:p>
      </dgm:t>
    </dgm:pt>
    <dgm:pt modelId="{565CB374-F55F-4734-BB93-75A7632C98B7}" type="parTrans" cxnId="{204A8C1E-FA82-421B-BF7F-F28A01F36327}">
      <dgm:prSet/>
      <dgm:spPr/>
      <dgm:t>
        <a:bodyPr/>
        <a:lstStyle/>
        <a:p>
          <a:endParaRPr lang="en-US"/>
        </a:p>
      </dgm:t>
    </dgm:pt>
    <dgm:pt modelId="{9F58F0F0-7FBD-4DA6-95DF-E1C1F250C344}" type="sibTrans" cxnId="{204A8C1E-FA82-421B-BF7F-F28A01F36327}">
      <dgm:prSet/>
      <dgm:spPr/>
      <dgm:t>
        <a:bodyPr/>
        <a:lstStyle/>
        <a:p>
          <a:endParaRPr lang="en-US"/>
        </a:p>
      </dgm:t>
    </dgm:pt>
    <dgm:pt modelId="{EDFB3707-73F0-495B-9D46-B1E9604AD40A}">
      <dgm:prSet/>
      <dgm:spPr/>
      <dgm:t>
        <a:bodyPr/>
        <a:lstStyle/>
        <a:p>
          <a:r>
            <a:rPr lang="en-US" b="1" i="0" baseline="0"/>
            <a:t>Rename Columns:</a:t>
          </a:r>
          <a:r>
            <a:rPr lang="en-US" b="0" i="0" baseline="0"/>
            <a:t> Assign meaningful column names to improve readability and align with the analysis objectives. </a:t>
          </a:r>
          <a:endParaRPr lang="en-US"/>
        </a:p>
      </dgm:t>
    </dgm:pt>
    <dgm:pt modelId="{50F6E487-25E7-4DE6-BB31-C5E7CA5DE8EF}" type="parTrans" cxnId="{97110558-A567-4AEC-B0B0-FD02E326EF1F}">
      <dgm:prSet/>
      <dgm:spPr/>
      <dgm:t>
        <a:bodyPr/>
        <a:lstStyle/>
        <a:p>
          <a:endParaRPr lang="en-US"/>
        </a:p>
      </dgm:t>
    </dgm:pt>
    <dgm:pt modelId="{98013395-CF0B-499B-8427-D91896C80CB9}" type="sibTrans" cxnId="{97110558-A567-4AEC-B0B0-FD02E326EF1F}">
      <dgm:prSet/>
      <dgm:spPr/>
      <dgm:t>
        <a:bodyPr/>
        <a:lstStyle/>
        <a:p>
          <a:endParaRPr lang="en-US"/>
        </a:p>
      </dgm:t>
    </dgm:pt>
    <dgm:pt modelId="{074A7B69-49CC-4B61-BFD7-C302EFBA9D24}">
      <dgm:prSet/>
      <dgm:spPr/>
      <dgm:t>
        <a:bodyPr/>
        <a:lstStyle/>
        <a:p>
          <a:r>
            <a:rPr lang="en-US" b="1"/>
            <a:t>4.Data Visualization:</a:t>
          </a:r>
          <a:endParaRPr lang="en-US"/>
        </a:p>
      </dgm:t>
    </dgm:pt>
    <dgm:pt modelId="{8CAADC15-BB9C-4D09-BB7C-B7D2727BC3F5}" type="parTrans" cxnId="{6928882F-888F-43DA-8154-9C290E79A3FD}">
      <dgm:prSet/>
      <dgm:spPr/>
      <dgm:t>
        <a:bodyPr/>
        <a:lstStyle/>
        <a:p>
          <a:endParaRPr lang="en-US"/>
        </a:p>
      </dgm:t>
    </dgm:pt>
    <dgm:pt modelId="{D467E5C1-4808-4CE6-99E9-D684C5581856}" type="sibTrans" cxnId="{6928882F-888F-43DA-8154-9C290E79A3FD}">
      <dgm:prSet/>
      <dgm:spPr/>
      <dgm:t>
        <a:bodyPr/>
        <a:lstStyle/>
        <a:p>
          <a:endParaRPr lang="en-US"/>
        </a:p>
      </dgm:t>
    </dgm:pt>
    <dgm:pt modelId="{514B8D5F-E891-4390-9FEF-13C55B0F4564}">
      <dgm:prSet/>
      <dgm:spPr/>
      <dgm:t>
        <a:bodyPr/>
        <a:lstStyle/>
        <a:p>
          <a:r>
            <a:rPr lang="en-US"/>
            <a:t>Leverage Tableau's features to create visualizations such as bar charts, heatmaps, and scatter plots to analyze trends, fee structures, and course popularity among engineering colleges.</a:t>
          </a:r>
        </a:p>
      </dgm:t>
    </dgm:pt>
    <dgm:pt modelId="{28FBC236-569F-4684-A589-7184BE5AACBF}" type="parTrans" cxnId="{BBFFB6C5-6092-411C-B3F7-3B23E48A9837}">
      <dgm:prSet/>
      <dgm:spPr/>
      <dgm:t>
        <a:bodyPr/>
        <a:lstStyle/>
        <a:p>
          <a:endParaRPr lang="en-US"/>
        </a:p>
      </dgm:t>
    </dgm:pt>
    <dgm:pt modelId="{EA8FEC5A-19DC-4E85-A08F-1F005A3C7096}" type="sibTrans" cxnId="{BBFFB6C5-6092-411C-B3F7-3B23E48A9837}">
      <dgm:prSet/>
      <dgm:spPr/>
      <dgm:t>
        <a:bodyPr/>
        <a:lstStyle/>
        <a:p>
          <a:endParaRPr lang="en-US"/>
        </a:p>
      </dgm:t>
    </dgm:pt>
    <dgm:pt modelId="{B568F28F-08BB-442F-A180-9F04E3190F90}">
      <dgm:prSet/>
      <dgm:spPr/>
      <dgm:t>
        <a:bodyPr/>
        <a:lstStyle/>
        <a:p>
          <a:r>
            <a:rPr lang="en-US"/>
            <a:t>Customize dashboards for an intuitive understanding of insights.</a:t>
          </a:r>
        </a:p>
      </dgm:t>
    </dgm:pt>
    <dgm:pt modelId="{C5D9DEA4-E28F-4066-99FE-7D57E7100002}" type="parTrans" cxnId="{6617FC38-9DDD-472E-B0CC-1ABD6C8FE596}">
      <dgm:prSet/>
      <dgm:spPr/>
      <dgm:t>
        <a:bodyPr/>
        <a:lstStyle/>
        <a:p>
          <a:endParaRPr lang="en-US"/>
        </a:p>
      </dgm:t>
    </dgm:pt>
    <dgm:pt modelId="{0F763787-4FDE-4EDB-A4CE-B4703FACD7AB}" type="sibTrans" cxnId="{6617FC38-9DDD-472E-B0CC-1ABD6C8FE596}">
      <dgm:prSet/>
      <dgm:spPr/>
      <dgm:t>
        <a:bodyPr/>
        <a:lstStyle/>
        <a:p>
          <a:endParaRPr lang="en-US"/>
        </a:p>
      </dgm:t>
    </dgm:pt>
    <dgm:pt modelId="{0DE3D83D-C5F9-416F-AF0F-F57FDFE6EE81}" type="pres">
      <dgm:prSet presAssocID="{90B71B50-DA73-454A-991F-9482E63F76B8}" presName="vert0" presStyleCnt="0">
        <dgm:presLayoutVars>
          <dgm:dir/>
          <dgm:animOne val="branch"/>
          <dgm:animLvl val="lvl"/>
        </dgm:presLayoutVars>
      </dgm:prSet>
      <dgm:spPr/>
    </dgm:pt>
    <dgm:pt modelId="{BF6FC607-C475-4BD0-80A0-FBAA77E45E50}" type="pres">
      <dgm:prSet presAssocID="{F3A5EA15-7FC0-4EE2-B043-23544A413A5E}" presName="thickLine" presStyleLbl="alignNode1" presStyleIdx="0" presStyleCnt="6"/>
      <dgm:spPr/>
    </dgm:pt>
    <dgm:pt modelId="{AB0D697B-5C13-4DC3-A132-28E20E0DD746}" type="pres">
      <dgm:prSet presAssocID="{F3A5EA15-7FC0-4EE2-B043-23544A413A5E}" presName="horz1" presStyleCnt="0"/>
      <dgm:spPr/>
    </dgm:pt>
    <dgm:pt modelId="{19B5FFB7-260E-41BF-9B16-6011CA1492EC}" type="pres">
      <dgm:prSet presAssocID="{F3A5EA15-7FC0-4EE2-B043-23544A413A5E}" presName="tx1" presStyleLbl="revTx" presStyleIdx="0" presStyleCnt="6"/>
      <dgm:spPr/>
    </dgm:pt>
    <dgm:pt modelId="{4BCB2D83-97A4-47A7-8607-D177222BE5E8}" type="pres">
      <dgm:prSet presAssocID="{F3A5EA15-7FC0-4EE2-B043-23544A413A5E}" presName="vert1" presStyleCnt="0"/>
      <dgm:spPr/>
    </dgm:pt>
    <dgm:pt modelId="{897E1DF5-F9CD-404C-A23D-E3831527F984}" type="pres">
      <dgm:prSet presAssocID="{26F1839D-35C3-4855-BC28-12A360AD4CBC}" presName="thickLine" presStyleLbl="alignNode1" presStyleIdx="1" presStyleCnt="6"/>
      <dgm:spPr/>
    </dgm:pt>
    <dgm:pt modelId="{C8441091-ACAB-497E-B7F6-FAC934F1D076}" type="pres">
      <dgm:prSet presAssocID="{26F1839D-35C3-4855-BC28-12A360AD4CBC}" presName="horz1" presStyleCnt="0"/>
      <dgm:spPr/>
    </dgm:pt>
    <dgm:pt modelId="{01C3F63E-8B8C-4EDA-924B-92411641D042}" type="pres">
      <dgm:prSet presAssocID="{26F1839D-35C3-4855-BC28-12A360AD4CBC}" presName="tx1" presStyleLbl="revTx" presStyleIdx="1" presStyleCnt="6"/>
      <dgm:spPr/>
    </dgm:pt>
    <dgm:pt modelId="{A8CC1A03-9C36-4E4E-9618-C72F65FCAD90}" type="pres">
      <dgm:prSet presAssocID="{26F1839D-35C3-4855-BC28-12A360AD4CBC}" presName="vert1" presStyleCnt="0"/>
      <dgm:spPr/>
    </dgm:pt>
    <dgm:pt modelId="{30D92AB1-460C-4E65-8F92-65A434AB3C00}" type="pres">
      <dgm:prSet presAssocID="{EDFB3707-73F0-495B-9D46-B1E9604AD40A}" presName="thickLine" presStyleLbl="alignNode1" presStyleIdx="2" presStyleCnt="6"/>
      <dgm:spPr/>
    </dgm:pt>
    <dgm:pt modelId="{91CC8A09-C4DB-4FEE-AB8C-7690AD7EB410}" type="pres">
      <dgm:prSet presAssocID="{EDFB3707-73F0-495B-9D46-B1E9604AD40A}" presName="horz1" presStyleCnt="0"/>
      <dgm:spPr/>
    </dgm:pt>
    <dgm:pt modelId="{ED03BAAC-78E1-4E5E-89A6-589C16C6AB22}" type="pres">
      <dgm:prSet presAssocID="{EDFB3707-73F0-495B-9D46-B1E9604AD40A}" presName="tx1" presStyleLbl="revTx" presStyleIdx="2" presStyleCnt="6"/>
      <dgm:spPr/>
    </dgm:pt>
    <dgm:pt modelId="{2805ACF8-C7CA-47EB-A4B0-CECF4F5BB2B6}" type="pres">
      <dgm:prSet presAssocID="{EDFB3707-73F0-495B-9D46-B1E9604AD40A}" presName="vert1" presStyleCnt="0"/>
      <dgm:spPr/>
    </dgm:pt>
    <dgm:pt modelId="{C2093BAA-5CBC-4752-9986-D135BBBEBFA1}" type="pres">
      <dgm:prSet presAssocID="{074A7B69-49CC-4B61-BFD7-C302EFBA9D24}" presName="thickLine" presStyleLbl="alignNode1" presStyleIdx="3" presStyleCnt="6"/>
      <dgm:spPr/>
    </dgm:pt>
    <dgm:pt modelId="{C4659F1F-36C1-44F5-9370-9AA565625544}" type="pres">
      <dgm:prSet presAssocID="{074A7B69-49CC-4B61-BFD7-C302EFBA9D24}" presName="horz1" presStyleCnt="0"/>
      <dgm:spPr/>
    </dgm:pt>
    <dgm:pt modelId="{A654C457-69BC-47B1-9EC5-6697B396E31E}" type="pres">
      <dgm:prSet presAssocID="{074A7B69-49CC-4B61-BFD7-C302EFBA9D24}" presName="tx1" presStyleLbl="revTx" presStyleIdx="3" presStyleCnt="6"/>
      <dgm:spPr/>
    </dgm:pt>
    <dgm:pt modelId="{CD57FCB4-785A-4655-B85E-EDC4D3D2927B}" type="pres">
      <dgm:prSet presAssocID="{074A7B69-49CC-4B61-BFD7-C302EFBA9D24}" presName="vert1" presStyleCnt="0"/>
      <dgm:spPr/>
    </dgm:pt>
    <dgm:pt modelId="{CB35D513-55BF-48FA-A8CA-E73846C078F5}" type="pres">
      <dgm:prSet presAssocID="{514B8D5F-E891-4390-9FEF-13C55B0F4564}" presName="thickLine" presStyleLbl="alignNode1" presStyleIdx="4" presStyleCnt="6"/>
      <dgm:spPr/>
    </dgm:pt>
    <dgm:pt modelId="{F6623CD9-915A-45B8-AE8E-768C99B2C54E}" type="pres">
      <dgm:prSet presAssocID="{514B8D5F-E891-4390-9FEF-13C55B0F4564}" presName="horz1" presStyleCnt="0"/>
      <dgm:spPr/>
    </dgm:pt>
    <dgm:pt modelId="{F86194AD-950E-4230-9C56-1E7C6F626CD9}" type="pres">
      <dgm:prSet presAssocID="{514B8D5F-E891-4390-9FEF-13C55B0F4564}" presName="tx1" presStyleLbl="revTx" presStyleIdx="4" presStyleCnt="6"/>
      <dgm:spPr/>
    </dgm:pt>
    <dgm:pt modelId="{1239A996-F0B8-4439-9A33-48379FBAD082}" type="pres">
      <dgm:prSet presAssocID="{514B8D5F-E891-4390-9FEF-13C55B0F4564}" presName="vert1" presStyleCnt="0"/>
      <dgm:spPr/>
    </dgm:pt>
    <dgm:pt modelId="{37A9E9F0-89F3-431E-A9E3-A1E87C52053B}" type="pres">
      <dgm:prSet presAssocID="{B568F28F-08BB-442F-A180-9F04E3190F90}" presName="thickLine" presStyleLbl="alignNode1" presStyleIdx="5" presStyleCnt="6"/>
      <dgm:spPr/>
    </dgm:pt>
    <dgm:pt modelId="{33E43971-9080-47A4-AA97-DD19D6C0EFDD}" type="pres">
      <dgm:prSet presAssocID="{B568F28F-08BB-442F-A180-9F04E3190F90}" presName="horz1" presStyleCnt="0"/>
      <dgm:spPr/>
    </dgm:pt>
    <dgm:pt modelId="{E5BF30C5-0115-488B-A90C-9C5BD510F6B8}" type="pres">
      <dgm:prSet presAssocID="{B568F28F-08BB-442F-A180-9F04E3190F90}" presName="tx1" presStyleLbl="revTx" presStyleIdx="5" presStyleCnt="6"/>
      <dgm:spPr/>
    </dgm:pt>
    <dgm:pt modelId="{C1831E93-9A94-4AB1-BA5B-56D906078E25}" type="pres">
      <dgm:prSet presAssocID="{B568F28F-08BB-442F-A180-9F04E3190F90}" presName="vert1" presStyleCnt="0"/>
      <dgm:spPr/>
    </dgm:pt>
  </dgm:ptLst>
  <dgm:cxnLst>
    <dgm:cxn modelId="{204A8C1E-FA82-421B-BF7F-F28A01F36327}" srcId="{90B71B50-DA73-454A-991F-9482E63F76B8}" destId="{26F1839D-35C3-4855-BC28-12A360AD4CBC}" srcOrd="1" destOrd="0" parTransId="{565CB374-F55F-4734-BB93-75A7632C98B7}" sibTransId="{9F58F0F0-7FBD-4DA6-95DF-E1C1F250C344}"/>
    <dgm:cxn modelId="{A7950E2C-6135-44BC-8CCF-A4AC1CA2D120}" type="presOf" srcId="{B568F28F-08BB-442F-A180-9F04E3190F90}" destId="{E5BF30C5-0115-488B-A90C-9C5BD510F6B8}" srcOrd="0" destOrd="0" presId="urn:microsoft.com/office/officeart/2008/layout/LinedList"/>
    <dgm:cxn modelId="{6928882F-888F-43DA-8154-9C290E79A3FD}" srcId="{90B71B50-DA73-454A-991F-9482E63F76B8}" destId="{074A7B69-49CC-4B61-BFD7-C302EFBA9D24}" srcOrd="3" destOrd="0" parTransId="{8CAADC15-BB9C-4D09-BB7C-B7D2727BC3F5}" sibTransId="{D467E5C1-4808-4CE6-99E9-D684C5581856}"/>
    <dgm:cxn modelId="{6617FC38-9DDD-472E-B0CC-1ABD6C8FE596}" srcId="{90B71B50-DA73-454A-991F-9482E63F76B8}" destId="{B568F28F-08BB-442F-A180-9F04E3190F90}" srcOrd="5" destOrd="0" parTransId="{C5D9DEA4-E28F-4066-99FE-7D57E7100002}" sibTransId="{0F763787-4FDE-4EDB-A4CE-B4703FACD7AB}"/>
    <dgm:cxn modelId="{5E267146-1CA3-4096-BA61-B7070AF708B8}" type="presOf" srcId="{F3A5EA15-7FC0-4EE2-B043-23544A413A5E}" destId="{19B5FFB7-260E-41BF-9B16-6011CA1492EC}" srcOrd="0" destOrd="0" presId="urn:microsoft.com/office/officeart/2008/layout/LinedList"/>
    <dgm:cxn modelId="{94CD1B4E-FC8F-4142-9C16-20F4EAD7E1A3}" type="presOf" srcId="{074A7B69-49CC-4B61-BFD7-C302EFBA9D24}" destId="{A654C457-69BC-47B1-9EC5-6697B396E31E}" srcOrd="0" destOrd="0" presId="urn:microsoft.com/office/officeart/2008/layout/LinedList"/>
    <dgm:cxn modelId="{4945FE50-0CA2-4B77-BA04-92162C9229C3}" type="presOf" srcId="{90B71B50-DA73-454A-991F-9482E63F76B8}" destId="{0DE3D83D-C5F9-416F-AF0F-F57FDFE6EE81}" srcOrd="0" destOrd="0" presId="urn:microsoft.com/office/officeart/2008/layout/LinedList"/>
    <dgm:cxn modelId="{29323357-EDA9-4293-B063-8342595F856E}" type="presOf" srcId="{EDFB3707-73F0-495B-9D46-B1E9604AD40A}" destId="{ED03BAAC-78E1-4E5E-89A6-589C16C6AB22}" srcOrd="0" destOrd="0" presId="urn:microsoft.com/office/officeart/2008/layout/LinedList"/>
    <dgm:cxn modelId="{97110558-A567-4AEC-B0B0-FD02E326EF1F}" srcId="{90B71B50-DA73-454A-991F-9482E63F76B8}" destId="{EDFB3707-73F0-495B-9D46-B1E9604AD40A}" srcOrd="2" destOrd="0" parTransId="{50F6E487-25E7-4DE6-BB31-C5E7CA5DE8EF}" sibTransId="{98013395-CF0B-499B-8427-D91896C80CB9}"/>
    <dgm:cxn modelId="{5550E594-42DF-441F-B013-4697CE1B0284}" type="presOf" srcId="{26F1839D-35C3-4855-BC28-12A360AD4CBC}" destId="{01C3F63E-8B8C-4EDA-924B-92411641D042}" srcOrd="0" destOrd="0" presId="urn:microsoft.com/office/officeart/2008/layout/LinedList"/>
    <dgm:cxn modelId="{398B149D-7DE4-42A2-936E-634C4CAECF23}" srcId="{90B71B50-DA73-454A-991F-9482E63F76B8}" destId="{F3A5EA15-7FC0-4EE2-B043-23544A413A5E}" srcOrd="0" destOrd="0" parTransId="{38988F03-62FB-4ED6-8F16-73B7D260EA79}" sibTransId="{1437A25F-DF01-4CD6-B07F-7EA4FC8C4307}"/>
    <dgm:cxn modelId="{8139C9A6-3B21-4157-9BFA-3B9FAF1D0C51}" type="presOf" srcId="{514B8D5F-E891-4390-9FEF-13C55B0F4564}" destId="{F86194AD-950E-4230-9C56-1E7C6F626CD9}" srcOrd="0" destOrd="0" presId="urn:microsoft.com/office/officeart/2008/layout/LinedList"/>
    <dgm:cxn modelId="{BBFFB6C5-6092-411C-B3F7-3B23E48A9837}" srcId="{90B71B50-DA73-454A-991F-9482E63F76B8}" destId="{514B8D5F-E891-4390-9FEF-13C55B0F4564}" srcOrd="4" destOrd="0" parTransId="{28FBC236-569F-4684-A589-7184BE5AACBF}" sibTransId="{EA8FEC5A-19DC-4E85-A08F-1F005A3C7096}"/>
    <dgm:cxn modelId="{048A0BD0-E9A7-48BC-B6F0-84D0B3981B18}" type="presParOf" srcId="{0DE3D83D-C5F9-416F-AF0F-F57FDFE6EE81}" destId="{BF6FC607-C475-4BD0-80A0-FBAA77E45E50}" srcOrd="0" destOrd="0" presId="urn:microsoft.com/office/officeart/2008/layout/LinedList"/>
    <dgm:cxn modelId="{176197A7-6253-4813-89F1-EFDD6092C5AE}" type="presParOf" srcId="{0DE3D83D-C5F9-416F-AF0F-F57FDFE6EE81}" destId="{AB0D697B-5C13-4DC3-A132-28E20E0DD746}" srcOrd="1" destOrd="0" presId="urn:microsoft.com/office/officeart/2008/layout/LinedList"/>
    <dgm:cxn modelId="{129511AB-3C44-4A3F-A15A-F9C205B2471E}" type="presParOf" srcId="{AB0D697B-5C13-4DC3-A132-28E20E0DD746}" destId="{19B5FFB7-260E-41BF-9B16-6011CA1492EC}" srcOrd="0" destOrd="0" presId="urn:microsoft.com/office/officeart/2008/layout/LinedList"/>
    <dgm:cxn modelId="{33004608-3EF1-422C-8322-C7973C399CB9}" type="presParOf" srcId="{AB0D697B-5C13-4DC3-A132-28E20E0DD746}" destId="{4BCB2D83-97A4-47A7-8607-D177222BE5E8}" srcOrd="1" destOrd="0" presId="urn:microsoft.com/office/officeart/2008/layout/LinedList"/>
    <dgm:cxn modelId="{C0E25F74-93F6-4569-BBC0-B4D1E205C116}" type="presParOf" srcId="{0DE3D83D-C5F9-416F-AF0F-F57FDFE6EE81}" destId="{897E1DF5-F9CD-404C-A23D-E3831527F984}" srcOrd="2" destOrd="0" presId="urn:microsoft.com/office/officeart/2008/layout/LinedList"/>
    <dgm:cxn modelId="{90646657-6137-499E-9542-0AFBBEF07FFE}" type="presParOf" srcId="{0DE3D83D-C5F9-416F-AF0F-F57FDFE6EE81}" destId="{C8441091-ACAB-497E-B7F6-FAC934F1D076}" srcOrd="3" destOrd="0" presId="urn:microsoft.com/office/officeart/2008/layout/LinedList"/>
    <dgm:cxn modelId="{E94CFF38-ED20-4A00-BAF7-933F5ECC9C49}" type="presParOf" srcId="{C8441091-ACAB-497E-B7F6-FAC934F1D076}" destId="{01C3F63E-8B8C-4EDA-924B-92411641D042}" srcOrd="0" destOrd="0" presId="urn:microsoft.com/office/officeart/2008/layout/LinedList"/>
    <dgm:cxn modelId="{CEF430E8-6FE1-4FA5-B3BD-4645D0CA4A2E}" type="presParOf" srcId="{C8441091-ACAB-497E-B7F6-FAC934F1D076}" destId="{A8CC1A03-9C36-4E4E-9618-C72F65FCAD90}" srcOrd="1" destOrd="0" presId="urn:microsoft.com/office/officeart/2008/layout/LinedList"/>
    <dgm:cxn modelId="{4959C7F5-FF96-4544-A440-3ED5DA69BE33}" type="presParOf" srcId="{0DE3D83D-C5F9-416F-AF0F-F57FDFE6EE81}" destId="{30D92AB1-460C-4E65-8F92-65A434AB3C00}" srcOrd="4" destOrd="0" presId="urn:microsoft.com/office/officeart/2008/layout/LinedList"/>
    <dgm:cxn modelId="{CAF87751-F1A3-464A-84F1-5B13C5764893}" type="presParOf" srcId="{0DE3D83D-C5F9-416F-AF0F-F57FDFE6EE81}" destId="{91CC8A09-C4DB-4FEE-AB8C-7690AD7EB410}" srcOrd="5" destOrd="0" presId="urn:microsoft.com/office/officeart/2008/layout/LinedList"/>
    <dgm:cxn modelId="{DAD62CC7-6E51-4DBD-8C44-06A82BE4C269}" type="presParOf" srcId="{91CC8A09-C4DB-4FEE-AB8C-7690AD7EB410}" destId="{ED03BAAC-78E1-4E5E-89A6-589C16C6AB22}" srcOrd="0" destOrd="0" presId="urn:microsoft.com/office/officeart/2008/layout/LinedList"/>
    <dgm:cxn modelId="{08E89CEE-2344-451A-8169-15E1E3FBDCC2}" type="presParOf" srcId="{91CC8A09-C4DB-4FEE-AB8C-7690AD7EB410}" destId="{2805ACF8-C7CA-47EB-A4B0-CECF4F5BB2B6}" srcOrd="1" destOrd="0" presId="urn:microsoft.com/office/officeart/2008/layout/LinedList"/>
    <dgm:cxn modelId="{1105C3FD-6905-47B9-9DDD-1A41301296F3}" type="presParOf" srcId="{0DE3D83D-C5F9-416F-AF0F-F57FDFE6EE81}" destId="{C2093BAA-5CBC-4752-9986-D135BBBEBFA1}" srcOrd="6" destOrd="0" presId="urn:microsoft.com/office/officeart/2008/layout/LinedList"/>
    <dgm:cxn modelId="{B39DDDA0-89E3-452F-AECB-56B3DB81DC1F}" type="presParOf" srcId="{0DE3D83D-C5F9-416F-AF0F-F57FDFE6EE81}" destId="{C4659F1F-36C1-44F5-9370-9AA565625544}" srcOrd="7" destOrd="0" presId="urn:microsoft.com/office/officeart/2008/layout/LinedList"/>
    <dgm:cxn modelId="{F015AD19-F5B8-435B-B081-FB0C936C675C}" type="presParOf" srcId="{C4659F1F-36C1-44F5-9370-9AA565625544}" destId="{A654C457-69BC-47B1-9EC5-6697B396E31E}" srcOrd="0" destOrd="0" presId="urn:microsoft.com/office/officeart/2008/layout/LinedList"/>
    <dgm:cxn modelId="{EE414460-E812-4A77-970A-B0758561CFA7}" type="presParOf" srcId="{C4659F1F-36C1-44F5-9370-9AA565625544}" destId="{CD57FCB4-785A-4655-B85E-EDC4D3D2927B}" srcOrd="1" destOrd="0" presId="urn:microsoft.com/office/officeart/2008/layout/LinedList"/>
    <dgm:cxn modelId="{9D8F65C8-3A41-4AC1-98AA-4543954D1FC4}" type="presParOf" srcId="{0DE3D83D-C5F9-416F-AF0F-F57FDFE6EE81}" destId="{CB35D513-55BF-48FA-A8CA-E73846C078F5}" srcOrd="8" destOrd="0" presId="urn:microsoft.com/office/officeart/2008/layout/LinedList"/>
    <dgm:cxn modelId="{E79F8F1F-BAEE-4610-9BDF-C286F0C7F607}" type="presParOf" srcId="{0DE3D83D-C5F9-416F-AF0F-F57FDFE6EE81}" destId="{F6623CD9-915A-45B8-AE8E-768C99B2C54E}" srcOrd="9" destOrd="0" presId="urn:microsoft.com/office/officeart/2008/layout/LinedList"/>
    <dgm:cxn modelId="{5596CB76-7E9E-470D-951A-D2C22169DFEA}" type="presParOf" srcId="{F6623CD9-915A-45B8-AE8E-768C99B2C54E}" destId="{F86194AD-950E-4230-9C56-1E7C6F626CD9}" srcOrd="0" destOrd="0" presId="urn:microsoft.com/office/officeart/2008/layout/LinedList"/>
    <dgm:cxn modelId="{E94ABE7C-C25F-46E6-A117-A600AD5888FC}" type="presParOf" srcId="{F6623CD9-915A-45B8-AE8E-768C99B2C54E}" destId="{1239A996-F0B8-4439-9A33-48379FBAD082}" srcOrd="1" destOrd="0" presId="urn:microsoft.com/office/officeart/2008/layout/LinedList"/>
    <dgm:cxn modelId="{F0E70F33-87FF-4B29-B8A6-8EF8774C716B}" type="presParOf" srcId="{0DE3D83D-C5F9-416F-AF0F-F57FDFE6EE81}" destId="{37A9E9F0-89F3-431E-A9E3-A1E87C52053B}" srcOrd="10" destOrd="0" presId="urn:microsoft.com/office/officeart/2008/layout/LinedList"/>
    <dgm:cxn modelId="{CC1DACB1-15C3-4EC1-BB13-C2A156E67F59}" type="presParOf" srcId="{0DE3D83D-C5F9-416F-AF0F-F57FDFE6EE81}" destId="{33E43971-9080-47A4-AA97-DD19D6C0EFDD}" srcOrd="11" destOrd="0" presId="urn:microsoft.com/office/officeart/2008/layout/LinedList"/>
    <dgm:cxn modelId="{A8A888DE-08EB-460A-9E1C-B2765A7F3D8E}" type="presParOf" srcId="{33E43971-9080-47A4-AA97-DD19D6C0EFDD}" destId="{E5BF30C5-0115-488B-A90C-9C5BD510F6B8}" srcOrd="0" destOrd="0" presId="urn:microsoft.com/office/officeart/2008/layout/LinedList"/>
    <dgm:cxn modelId="{A4945134-ABA9-4047-89F5-6047452B856C}" type="presParOf" srcId="{33E43971-9080-47A4-AA97-DD19D6C0EFDD}" destId="{C1831E93-9A94-4AB1-BA5B-56D906078E2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D37AFCD-8AA3-4973-84EC-2E49B2AE4F2D}"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BE7381C8-9743-4AE5-BC98-895A72DD76DE}">
      <dgm:prSet/>
      <dgm:spPr/>
      <dgm:t>
        <a:bodyPr/>
        <a:lstStyle/>
        <a:p>
          <a:r>
            <a:rPr lang="en-US" b="1"/>
            <a:t>4. Filtering and Sorting</a:t>
          </a:r>
          <a:endParaRPr lang="en-US"/>
        </a:p>
      </dgm:t>
    </dgm:pt>
    <dgm:pt modelId="{8456EF88-CFB4-4603-B7BE-9E9C02F49C63}" type="parTrans" cxnId="{80EF0653-17F0-4CF3-B2ED-9716410BDD2D}">
      <dgm:prSet/>
      <dgm:spPr/>
      <dgm:t>
        <a:bodyPr/>
        <a:lstStyle/>
        <a:p>
          <a:endParaRPr lang="en-US"/>
        </a:p>
      </dgm:t>
    </dgm:pt>
    <dgm:pt modelId="{9C618321-8B2C-4CBA-B205-F1025108D12A}" type="sibTrans" cxnId="{80EF0653-17F0-4CF3-B2ED-9716410BDD2D}">
      <dgm:prSet/>
      <dgm:spPr/>
      <dgm:t>
        <a:bodyPr/>
        <a:lstStyle/>
        <a:p>
          <a:endParaRPr lang="en-US"/>
        </a:p>
      </dgm:t>
    </dgm:pt>
    <dgm:pt modelId="{16EB94E3-F68A-4929-9490-731BF0C91CB5}">
      <dgm:prSet/>
      <dgm:spPr/>
      <dgm:t>
        <a:bodyPr/>
        <a:lstStyle/>
        <a:p>
          <a:r>
            <a:rPr lang="en-US" b="1"/>
            <a:t>Filter Rows:</a:t>
          </a:r>
          <a:br>
            <a:rPr lang="en-US"/>
          </a:br>
          <a:r>
            <a:rPr lang="en-US"/>
            <a:t>Use Tableau’s filter options to eliminate unnecessary data, such as colleges outside specific locations or fees beyond a certain range. This step ensures the dataset focuses on relevant information for analysis.</a:t>
          </a:r>
        </a:p>
      </dgm:t>
    </dgm:pt>
    <dgm:pt modelId="{F58127E9-233C-4A85-A5FE-125528DF7AF1}" type="parTrans" cxnId="{CF1CC6D8-D54C-45D1-9F31-D784CDCAB540}">
      <dgm:prSet/>
      <dgm:spPr/>
      <dgm:t>
        <a:bodyPr/>
        <a:lstStyle/>
        <a:p>
          <a:endParaRPr lang="en-US"/>
        </a:p>
      </dgm:t>
    </dgm:pt>
    <dgm:pt modelId="{96BF2D08-F1FE-4871-955B-C91BE839E3CB}" type="sibTrans" cxnId="{CF1CC6D8-D54C-45D1-9F31-D784CDCAB540}">
      <dgm:prSet/>
      <dgm:spPr/>
      <dgm:t>
        <a:bodyPr/>
        <a:lstStyle/>
        <a:p>
          <a:endParaRPr lang="en-US"/>
        </a:p>
      </dgm:t>
    </dgm:pt>
    <dgm:pt modelId="{858018DF-1C17-4244-B1C2-C475DB222FCC}">
      <dgm:prSet/>
      <dgm:spPr/>
      <dgm:t>
        <a:bodyPr/>
        <a:lstStyle/>
        <a:p>
          <a:r>
            <a:rPr lang="en-US" b="1"/>
            <a:t>Sort Data:</a:t>
          </a:r>
          <a:br>
            <a:rPr lang="en-US"/>
          </a:br>
          <a:r>
            <a:rPr lang="en-US"/>
            <a:t>Organize data by columns, such as ranking colleges based on ratings or arranging them by fee structure, to make the dataset more insightful and structured.</a:t>
          </a:r>
        </a:p>
      </dgm:t>
    </dgm:pt>
    <dgm:pt modelId="{2B9AFA72-0B4D-411F-81C2-1CA4DDE26EE1}" type="parTrans" cxnId="{D3F80C38-4E9A-4294-8240-C978746945AC}">
      <dgm:prSet/>
      <dgm:spPr/>
      <dgm:t>
        <a:bodyPr/>
        <a:lstStyle/>
        <a:p>
          <a:endParaRPr lang="en-US"/>
        </a:p>
      </dgm:t>
    </dgm:pt>
    <dgm:pt modelId="{A27537AE-19E6-4BE8-96FA-95571A86D88E}" type="sibTrans" cxnId="{D3F80C38-4E9A-4294-8240-C978746945AC}">
      <dgm:prSet/>
      <dgm:spPr/>
      <dgm:t>
        <a:bodyPr/>
        <a:lstStyle/>
        <a:p>
          <a:endParaRPr lang="en-US"/>
        </a:p>
      </dgm:t>
    </dgm:pt>
    <dgm:pt modelId="{C7B52000-91FC-4FE5-AB87-1AECBA8994E6}">
      <dgm:prSet/>
      <dgm:spPr/>
      <dgm:t>
        <a:bodyPr/>
        <a:lstStyle/>
        <a:p>
          <a:r>
            <a:rPr lang="en-US" b="1"/>
            <a:t>5. Save and Load Data</a:t>
          </a:r>
          <a:endParaRPr lang="en-US"/>
        </a:p>
      </dgm:t>
    </dgm:pt>
    <dgm:pt modelId="{429D84AE-EED6-464F-808A-798EF163EBA9}" type="parTrans" cxnId="{563994B6-5D69-47E6-AC1E-4905737B390D}">
      <dgm:prSet/>
      <dgm:spPr/>
      <dgm:t>
        <a:bodyPr/>
        <a:lstStyle/>
        <a:p>
          <a:endParaRPr lang="en-US"/>
        </a:p>
      </dgm:t>
    </dgm:pt>
    <dgm:pt modelId="{31CA9BD1-3D1A-460E-904C-213883587E73}" type="sibTrans" cxnId="{563994B6-5D69-47E6-AC1E-4905737B390D}">
      <dgm:prSet/>
      <dgm:spPr/>
      <dgm:t>
        <a:bodyPr/>
        <a:lstStyle/>
        <a:p>
          <a:endParaRPr lang="en-US"/>
        </a:p>
      </dgm:t>
    </dgm:pt>
    <dgm:pt modelId="{B6352D38-7242-49FA-9D33-569D060FA50B}">
      <dgm:prSet/>
      <dgm:spPr/>
      <dgm:t>
        <a:bodyPr/>
        <a:lstStyle/>
        <a:p>
          <a:r>
            <a:rPr lang="en-US" b="1"/>
            <a:t>Save and Publish:</a:t>
          </a:r>
          <a:br>
            <a:rPr lang="en-US"/>
          </a:br>
          <a:r>
            <a:rPr lang="en-US"/>
            <a:t>After completing data transformations, save the Tableau workbook and publish it to Tableau Server or Tableau Public for sharing and further analysis.</a:t>
          </a:r>
        </a:p>
      </dgm:t>
    </dgm:pt>
    <dgm:pt modelId="{83D77E75-E1A5-4EC9-B92E-3356578BA0D6}" type="parTrans" cxnId="{698438D8-1DF0-46CE-87B2-06D1AB386F05}">
      <dgm:prSet/>
      <dgm:spPr/>
      <dgm:t>
        <a:bodyPr/>
        <a:lstStyle/>
        <a:p>
          <a:endParaRPr lang="en-US"/>
        </a:p>
      </dgm:t>
    </dgm:pt>
    <dgm:pt modelId="{3B2125BC-EBF4-40B8-9386-8AAAF76C0391}" type="sibTrans" cxnId="{698438D8-1DF0-46CE-87B2-06D1AB386F05}">
      <dgm:prSet/>
      <dgm:spPr/>
      <dgm:t>
        <a:bodyPr/>
        <a:lstStyle/>
        <a:p>
          <a:endParaRPr lang="en-US"/>
        </a:p>
      </dgm:t>
    </dgm:pt>
    <dgm:pt modelId="{F668427B-7028-4861-B9C8-77A46512F026}" type="pres">
      <dgm:prSet presAssocID="{CD37AFCD-8AA3-4973-84EC-2E49B2AE4F2D}" presName="vert0" presStyleCnt="0">
        <dgm:presLayoutVars>
          <dgm:dir/>
          <dgm:animOne val="branch"/>
          <dgm:animLvl val="lvl"/>
        </dgm:presLayoutVars>
      </dgm:prSet>
      <dgm:spPr/>
    </dgm:pt>
    <dgm:pt modelId="{D2DA6FE7-F4D5-4284-BE49-4C539F201E62}" type="pres">
      <dgm:prSet presAssocID="{BE7381C8-9743-4AE5-BC98-895A72DD76DE}" presName="thickLine" presStyleLbl="alignNode1" presStyleIdx="0" presStyleCnt="5"/>
      <dgm:spPr/>
    </dgm:pt>
    <dgm:pt modelId="{89C2897A-9621-4FDE-8E6B-AD94ADE07F8F}" type="pres">
      <dgm:prSet presAssocID="{BE7381C8-9743-4AE5-BC98-895A72DD76DE}" presName="horz1" presStyleCnt="0"/>
      <dgm:spPr/>
    </dgm:pt>
    <dgm:pt modelId="{7FEF7164-4682-4D18-906B-15593D5BE4B6}" type="pres">
      <dgm:prSet presAssocID="{BE7381C8-9743-4AE5-BC98-895A72DD76DE}" presName="tx1" presStyleLbl="revTx" presStyleIdx="0" presStyleCnt="5"/>
      <dgm:spPr/>
    </dgm:pt>
    <dgm:pt modelId="{876A0E3B-AA29-46EA-B40A-59F38B49BDDD}" type="pres">
      <dgm:prSet presAssocID="{BE7381C8-9743-4AE5-BC98-895A72DD76DE}" presName="vert1" presStyleCnt="0"/>
      <dgm:spPr/>
    </dgm:pt>
    <dgm:pt modelId="{868D7717-6AC6-418E-AF3E-D166E1C13D3B}" type="pres">
      <dgm:prSet presAssocID="{16EB94E3-F68A-4929-9490-731BF0C91CB5}" presName="thickLine" presStyleLbl="alignNode1" presStyleIdx="1" presStyleCnt="5"/>
      <dgm:spPr/>
    </dgm:pt>
    <dgm:pt modelId="{49BCF2F1-B45C-464A-9C53-5B52397F7ECE}" type="pres">
      <dgm:prSet presAssocID="{16EB94E3-F68A-4929-9490-731BF0C91CB5}" presName="horz1" presStyleCnt="0"/>
      <dgm:spPr/>
    </dgm:pt>
    <dgm:pt modelId="{5BFAFBC8-1A82-4FFD-B148-10EB8B2A09DA}" type="pres">
      <dgm:prSet presAssocID="{16EB94E3-F68A-4929-9490-731BF0C91CB5}" presName="tx1" presStyleLbl="revTx" presStyleIdx="1" presStyleCnt="5"/>
      <dgm:spPr/>
    </dgm:pt>
    <dgm:pt modelId="{E0C6DF0C-7E58-42FE-AE17-DAA92E9243F7}" type="pres">
      <dgm:prSet presAssocID="{16EB94E3-F68A-4929-9490-731BF0C91CB5}" presName="vert1" presStyleCnt="0"/>
      <dgm:spPr/>
    </dgm:pt>
    <dgm:pt modelId="{2A864111-4AAA-4740-903B-FA94FBB1591C}" type="pres">
      <dgm:prSet presAssocID="{858018DF-1C17-4244-B1C2-C475DB222FCC}" presName="thickLine" presStyleLbl="alignNode1" presStyleIdx="2" presStyleCnt="5"/>
      <dgm:spPr/>
    </dgm:pt>
    <dgm:pt modelId="{261789E0-BE00-44FF-B894-06EF458BD4D8}" type="pres">
      <dgm:prSet presAssocID="{858018DF-1C17-4244-B1C2-C475DB222FCC}" presName="horz1" presStyleCnt="0"/>
      <dgm:spPr/>
    </dgm:pt>
    <dgm:pt modelId="{0FACDA69-AFA1-47A4-A2DE-EEC22D9B2E57}" type="pres">
      <dgm:prSet presAssocID="{858018DF-1C17-4244-B1C2-C475DB222FCC}" presName="tx1" presStyleLbl="revTx" presStyleIdx="2" presStyleCnt="5"/>
      <dgm:spPr/>
    </dgm:pt>
    <dgm:pt modelId="{B547F2E4-D709-48B4-9866-EE367DC4A8A9}" type="pres">
      <dgm:prSet presAssocID="{858018DF-1C17-4244-B1C2-C475DB222FCC}" presName="vert1" presStyleCnt="0"/>
      <dgm:spPr/>
    </dgm:pt>
    <dgm:pt modelId="{C289078A-66DB-415F-975C-1699A04BB111}" type="pres">
      <dgm:prSet presAssocID="{C7B52000-91FC-4FE5-AB87-1AECBA8994E6}" presName="thickLine" presStyleLbl="alignNode1" presStyleIdx="3" presStyleCnt="5"/>
      <dgm:spPr/>
    </dgm:pt>
    <dgm:pt modelId="{64839E08-7E74-4F53-9149-2C82C5AD59E2}" type="pres">
      <dgm:prSet presAssocID="{C7B52000-91FC-4FE5-AB87-1AECBA8994E6}" presName="horz1" presStyleCnt="0"/>
      <dgm:spPr/>
    </dgm:pt>
    <dgm:pt modelId="{AFCA0216-FF61-4A93-949B-F3D82CE95055}" type="pres">
      <dgm:prSet presAssocID="{C7B52000-91FC-4FE5-AB87-1AECBA8994E6}" presName="tx1" presStyleLbl="revTx" presStyleIdx="3" presStyleCnt="5"/>
      <dgm:spPr/>
    </dgm:pt>
    <dgm:pt modelId="{288FF70E-C616-4558-890F-7F80D5ABF663}" type="pres">
      <dgm:prSet presAssocID="{C7B52000-91FC-4FE5-AB87-1AECBA8994E6}" presName="vert1" presStyleCnt="0"/>
      <dgm:spPr/>
    </dgm:pt>
    <dgm:pt modelId="{7653C007-7D70-4979-B6C5-83F72F41BBEB}" type="pres">
      <dgm:prSet presAssocID="{B6352D38-7242-49FA-9D33-569D060FA50B}" presName="thickLine" presStyleLbl="alignNode1" presStyleIdx="4" presStyleCnt="5"/>
      <dgm:spPr/>
    </dgm:pt>
    <dgm:pt modelId="{7A3C26A7-B4E9-4B9F-96E1-6A6A9CF8ADD3}" type="pres">
      <dgm:prSet presAssocID="{B6352D38-7242-49FA-9D33-569D060FA50B}" presName="horz1" presStyleCnt="0"/>
      <dgm:spPr/>
    </dgm:pt>
    <dgm:pt modelId="{253784CD-95FA-4EF1-AA07-45E66B908449}" type="pres">
      <dgm:prSet presAssocID="{B6352D38-7242-49FA-9D33-569D060FA50B}" presName="tx1" presStyleLbl="revTx" presStyleIdx="4" presStyleCnt="5"/>
      <dgm:spPr/>
    </dgm:pt>
    <dgm:pt modelId="{09BFC854-1FD3-4E85-A737-3318849F56D0}" type="pres">
      <dgm:prSet presAssocID="{B6352D38-7242-49FA-9D33-569D060FA50B}" presName="vert1" presStyleCnt="0"/>
      <dgm:spPr/>
    </dgm:pt>
  </dgm:ptLst>
  <dgm:cxnLst>
    <dgm:cxn modelId="{D3F80C38-4E9A-4294-8240-C978746945AC}" srcId="{CD37AFCD-8AA3-4973-84EC-2E49B2AE4F2D}" destId="{858018DF-1C17-4244-B1C2-C475DB222FCC}" srcOrd="2" destOrd="0" parTransId="{2B9AFA72-0B4D-411F-81C2-1CA4DDE26EE1}" sibTransId="{A27537AE-19E6-4BE8-96FA-95571A86D88E}"/>
    <dgm:cxn modelId="{CE06943C-4795-448A-B181-D02CFB30C6C9}" type="presOf" srcId="{B6352D38-7242-49FA-9D33-569D060FA50B}" destId="{253784CD-95FA-4EF1-AA07-45E66B908449}" srcOrd="0" destOrd="0" presId="urn:microsoft.com/office/officeart/2008/layout/LinedList"/>
    <dgm:cxn modelId="{80EF0653-17F0-4CF3-B2ED-9716410BDD2D}" srcId="{CD37AFCD-8AA3-4973-84EC-2E49B2AE4F2D}" destId="{BE7381C8-9743-4AE5-BC98-895A72DD76DE}" srcOrd="0" destOrd="0" parTransId="{8456EF88-CFB4-4603-B7BE-9E9C02F49C63}" sibTransId="{9C618321-8B2C-4CBA-B205-F1025108D12A}"/>
    <dgm:cxn modelId="{396DC876-725D-4234-B654-45E6679AD5FA}" type="presOf" srcId="{16EB94E3-F68A-4929-9490-731BF0C91CB5}" destId="{5BFAFBC8-1A82-4FFD-B148-10EB8B2A09DA}" srcOrd="0" destOrd="0" presId="urn:microsoft.com/office/officeart/2008/layout/LinedList"/>
    <dgm:cxn modelId="{1D38EA8E-25FB-44B7-934E-94205DD4D4F8}" type="presOf" srcId="{CD37AFCD-8AA3-4973-84EC-2E49B2AE4F2D}" destId="{F668427B-7028-4861-B9C8-77A46512F026}" srcOrd="0" destOrd="0" presId="urn:microsoft.com/office/officeart/2008/layout/LinedList"/>
    <dgm:cxn modelId="{35AA5296-F8F1-4999-A1F1-EF1343A109C1}" type="presOf" srcId="{BE7381C8-9743-4AE5-BC98-895A72DD76DE}" destId="{7FEF7164-4682-4D18-906B-15593D5BE4B6}" srcOrd="0" destOrd="0" presId="urn:microsoft.com/office/officeart/2008/layout/LinedList"/>
    <dgm:cxn modelId="{563994B6-5D69-47E6-AC1E-4905737B390D}" srcId="{CD37AFCD-8AA3-4973-84EC-2E49B2AE4F2D}" destId="{C7B52000-91FC-4FE5-AB87-1AECBA8994E6}" srcOrd="3" destOrd="0" parTransId="{429D84AE-EED6-464F-808A-798EF163EBA9}" sibTransId="{31CA9BD1-3D1A-460E-904C-213883587E73}"/>
    <dgm:cxn modelId="{2F59F4D0-7AF0-4386-BEAA-084C54D4A50C}" type="presOf" srcId="{858018DF-1C17-4244-B1C2-C475DB222FCC}" destId="{0FACDA69-AFA1-47A4-A2DE-EEC22D9B2E57}" srcOrd="0" destOrd="0" presId="urn:microsoft.com/office/officeart/2008/layout/LinedList"/>
    <dgm:cxn modelId="{698438D8-1DF0-46CE-87B2-06D1AB386F05}" srcId="{CD37AFCD-8AA3-4973-84EC-2E49B2AE4F2D}" destId="{B6352D38-7242-49FA-9D33-569D060FA50B}" srcOrd="4" destOrd="0" parTransId="{83D77E75-E1A5-4EC9-B92E-3356578BA0D6}" sibTransId="{3B2125BC-EBF4-40B8-9386-8AAAF76C0391}"/>
    <dgm:cxn modelId="{CF1CC6D8-D54C-45D1-9F31-D784CDCAB540}" srcId="{CD37AFCD-8AA3-4973-84EC-2E49B2AE4F2D}" destId="{16EB94E3-F68A-4929-9490-731BF0C91CB5}" srcOrd="1" destOrd="0" parTransId="{F58127E9-233C-4A85-A5FE-125528DF7AF1}" sibTransId="{96BF2D08-F1FE-4871-955B-C91BE839E3CB}"/>
    <dgm:cxn modelId="{EF6299D9-63DC-4DDD-9894-9F22A7C522A2}" type="presOf" srcId="{C7B52000-91FC-4FE5-AB87-1AECBA8994E6}" destId="{AFCA0216-FF61-4A93-949B-F3D82CE95055}" srcOrd="0" destOrd="0" presId="urn:microsoft.com/office/officeart/2008/layout/LinedList"/>
    <dgm:cxn modelId="{E840C9EC-1B7B-4ADD-8C0C-962118C13C97}" type="presParOf" srcId="{F668427B-7028-4861-B9C8-77A46512F026}" destId="{D2DA6FE7-F4D5-4284-BE49-4C539F201E62}" srcOrd="0" destOrd="0" presId="urn:microsoft.com/office/officeart/2008/layout/LinedList"/>
    <dgm:cxn modelId="{72ADBC96-7B05-4599-8E3F-E18FB6B98DC8}" type="presParOf" srcId="{F668427B-7028-4861-B9C8-77A46512F026}" destId="{89C2897A-9621-4FDE-8E6B-AD94ADE07F8F}" srcOrd="1" destOrd="0" presId="urn:microsoft.com/office/officeart/2008/layout/LinedList"/>
    <dgm:cxn modelId="{C389BE3A-389C-4706-A428-0067D29A4971}" type="presParOf" srcId="{89C2897A-9621-4FDE-8E6B-AD94ADE07F8F}" destId="{7FEF7164-4682-4D18-906B-15593D5BE4B6}" srcOrd="0" destOrd="0" presId="urn:microsoft.com/office/officeart/2008/layout/LinedList"/>
    <dgm:cxn modelId="{2FC66292-2008-4728-9A3C-CFF2378E117D}" type="presParOf" srcId="{89C2897A-9621-4FDE-8E6B-AD94ADE07F8F}" destId="{876A0E3B-AA29-46EA-B40A-59F38B49BDDD}" srcOrd="1" destOrd="0" presId="urn:microsoft.com/office/officeart/2008/layout/LinedList"/>
    <dgm:cxn modelId="{12E8A945-AA99-4601-A2F2-72C07221D572}" type="presParOf" srcId="{F668427B-7028-4861-B9C8-77A46512F026}" destId="{868D7717-6AC6-418E-AF3E-D166E1C13D3B}" srcOrd="2" destOrd="0" presId="urn:microsoft.com/office/officeart/2008/layout/LinedList"/>
    <dgm:cxn modelId="{FFDE6D6C-7C5E-47E3-8A00-E3B7081680CF}" type="presParOf" srcId="{F668427B-7028-4861-B9C8-77A46512F026}" destId="{49BCF2F1-B45C-464A-9C53-5B52397F7ECE}" srcOrd="3" destOrd="0" presId="urn:microsoft.com/office/officeart/2008/layout/LinedList"/>
    <dgm:cxn modelId="{912B01E0-9D07-41F0-AF2E-CEA388D2A67D}" type="presParOf" srcId="{49BCF2F1-B45C-464A-9C53-5B52397F7ECE}" destId="{5BFAFBC8-1A82-4FFD-B148-10EB8B2A09DA}" srcOrd="0" destOrd="0" presId="urn:microsoft.com/office/officeart/2008/layout/LinedList"/>
    <dgm:cxn modelId="{185BA5CB-F614-4C77-98E9-FE8AF1756A06}" type="presParOf" srcId="{49BCF2F1-B45C-464A-9C53-5B52397F7ECE}" destId="{E0C6DF0C-7E58-42FE-AE17-DAA92E9243F7}" srcOrd="1" destOrd="0" presId="urn:microsoft.com/office/officeart/2008/layout/LinedList"/>
    <dgm:cxn modelId="{9D581850-72C2-4161-B11F-608A33F4A2DE}" type="presParOf" srcId="{F668427B-7028-4861-B9C8-77A46512F026}" destId="{2A864111-4AAA-4740-903B-FA94FBB1591C}" srcOrd="4" destOrd="0" presId="urn:microsoft.com/office/officeart/2008/layout/LinedList"/>
    <dgm:cxn modelId="{55B133F6-A758-4602-984F-38370E5BF7D2}" type="presParOf" srcId="{F668427B-7028-4861-B9C8-77A46512F026}" destId="{261789E0-BE00-44FF-B894-06EF458BD4D8}" srcOrd="5" destOrd="0" presId="urn:microsoft.com/office/officeart/2008/layout/LinedList"/>
    <dgm:cxn modelId="{2B705C0F-32D7-4A63-A5F9-CFEF18E16E60}" type="presParOf" srcId="{261789E0-BE00-44FF-B894-06EF458BD4D8}" destId="{0FACDA69-AFA1-47A4-A2DE-EEC22D9B2E57}" srcOrd="0" destOrd="0" presId="urn:microsoft.com/office/officeart/2008/layout/LinedList"/>
    <dgm:cxn modelId="{186B7495-0545-4154-9F3E-EB63BED12E80}" type="presParOf" srcId="{261789E0-BE00-44FF-B894-06EF458BD4D8}" destId="{B547F2E4-D709-48B4-9866-EE367DC4A8A9}" srcOrd="1" destOrd="0" presId="urn:microsoft.com/office/officeart/2008/layout/LinedList"/>
    <dgm:cxn modelId="{47B1322A-3F26-42B8-BF56-5FDC494EB134}" type="presParOf" srcId="{F668427B-7028-4861-B9C8-77A46512F026}" destId="{C289078A-66DB-415F-975C-1699A04BB111}" srcOrd="6" destOrd="0" presId="urn:microsoft.com/office/officeart/2008/layout/LinedList"/>
    <dgm:cxn modelId="{430EAFDE-ED1D-4177-938D-3B69BFB5630C}" type="presParOf" srcId="{F668427B-7028-4861-B9C8-77A46512F026}" destId="{64839E08-7E74-4F53-9149-2C82C5AD59E2}" srcOrd="7" destOrd="0" presId="urn:microsoft.com/office/officeart/2008/layout/LinedList"/>
    <dgm:cxn modelId="{4A9F7991-A566-4AD2-8D0A-0BD397E8744B}" type="presParOf" srcId="{64839E08-7E74-4F53-9149-2C82C5AD59E2}" destId="{AFCA0216-FF61-4A93-949B-F3D82CE95055}" srcOrd="0" destOrd="0" presId="urn:microsoft.com/office/officeart/2008/layout/LinedList"/>
    <dgm:cxn modelId="{54AAE6BB-5C67-468F-BCCD-F7705E622335}" type="presParOf" srcId="{64839E08-7E74-4F53-9149-2C82C5AD59E2}" destId="{288FF70E-C616-4558-890F-7F80D5ABF663}" srcOrd="1" destOrd="0" presId="urn:microsoft.com/office/officeart/2008/layout/LinedList"/>
    <dgm:cxn modelId="{FB4052C9-82F5-44A5-B9ED-F68CA261BDE6}" type="presParOf" srcId="{F668427B-7028-4861-B9C8-77A46512F026}" destId="{7653C007-7D70-4979-B6C5-83F72F41BBEB}" srcOrd="8" destOrd="0" presId="urn:microsoft.com/office/officeart/2008/layout/LinedList"/>
    <dgm:cxn modelId="{D4BE4D5C-AE44-4045-BE49-3DA3618E2ADF}" type="presParOf" srcId="{F668427B-7028-4861-B9C8-77A46512F026}" destId="{7A3C26A7-B4E9-4B9F-96E1-6A6A9CF8ADD3}" srcOrd="9" destOrd="0" presId="urn:microsoft.com/office/officeart/2008/layout/LinedList"/>
    <dgm:cxn modelId="{3557F3D4-2071-47B5-BB01-6D3679EAE9B9}" type="presParOf" srcId="{7A3C26A7-B4E9-4B9F-96E1-6A6A9CF8ADD3}" destId="{253784CD-95FA-4EF1-AA07-45E66B908449}" srcOrd="0" destOrd="0" presId="urn:microsoft.com/office/officeart/2008/layout/LinedList"/>
    <dgm:cxn modelId="{A21A3B20-340D-4A0F-9514-895BDC29B3BD}" type="presParOf" srcId="{7A3C26A7-B4E9-4B9F-96E1-6A6A9CF8ADD3}" destId="{09BFC854-1FD3-4E85-A737-3318849F56D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F438B-605F-4437-B7C2-E6E7825BA93E}">
      <dsp:nvSpPr>
        <dsp:cNvPr id="0" name=""/>
        <dsp:cNvSpPr/>
      </dsp:nvSpPr>
      <dsp:spPr>
        <a:xfrm>
          <a:off x="0" y="0"/>
          <a:ext cx="7157720" cy="9230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1)Web Scrapping to collect the data  </a:t>
          </a:r>
        </a:p>
      </dsp:txBody>
      <dsp:txXfrm>
        <a:off x="27036" y="27036"/>
        <a:ext cx="6083658" cy="868995"/>
      </dsp:txXfrm>
    </dsp:sp>
    <dsp:sp modelId="{A10242F1-86F1-4627-B241-8774E88F88BC}">
      <dsp:nvSpPr>
        <dsp:cNvPr id="0" name=""/>
        <dsp:cNvSpPr/>
      </dsp:nvSpPr>
      <dsp:spPr>
        <a:xfrm>
          <a:off x="599459" y="1090898"/>
          <a:ext cx="7157720" cy="9230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2. Data Cleaning and Manipulation </a:t>
          </a:r>
        </a:p>
      </dsp:txBody>
      <dsp:txXfrm>
        <a:off x="626495" y="1117934"/>
        <a:ext cx="5904194" cy="868995"/>
      </dsp:txXfrm>
    </dsp:sp>
    <dsp:sp modelId="{52192A88-7DE9-4882-A3CD-38F10CE76FB4}">
      <dsp:nvSpPr>
        <dsp:cNvPr id="0" name=""/>
        <dsp:cNvSpPr/>
      </dsp:nvSpPr>
      <dsp:spPr>
        <a:xfrm>
          <a:off x="1189970" y="2181796"/>
          <a:ext cx="7157720" cy="9230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3. Visualization and Analysis on various factors like Fees, Location, Reviews, Courses, and Ratings to address key educational trends and student preferences.</a:t>
          </a:r>
        </a:p>
      </dsp:txBody>
      <dsp:txXfrm>
        <a:off x="1217006" y="2208832"/>
        <a:ext cx="5913142" cy="868995"/>
      </dsp:txXfrm>
    </dsp:sp>
    <dsp:sp modelId="{0E746F04-CF43-4FD7-953F-645507CE732D}">
      <dsp:nvSpPr>
        <dsp:cNvPr id="0" name=""/>
        <dsp:cNvSpPr/>
      </dsp:nvSpPr>
      <dsp:spPr>
        <a:xfrm>
          <a:off x="1789429" y="3272694"/>
          <a:ext cx="7157720" cy="92306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An in-depth exploration of web scraping and data visualization using Python on the "GetMyUni" website, focusing on retrieving data from colleges across India. This project highlights the power of extracting, analyzing, and visualizing data to provide actionable insights into the Indian higher education landscape.</a:t>
          </a:r>
        </a:p>
      </dsp:txBody>
      <dsp:txXfrm>
        <a:off x="1816465" y="3299730"/>
        <a:ext cx="5904194" cy="868995"/>
      </dsp:txXfrm>
    </dsp:sp>
    <dsp:sp modelId="{7B3189B1-A45E-4FCA-9D38-51BDEB20AD67}">
      <dsp:nvSpPr>
        <dsp:cNvPr id="0" name=""/>
        <dsp:cNvSpPr/>
      </dsp:nvSpPr>
      <dsp:spPr>
        <a:xfrm>
          <a:off x="6557726" y="706985"/>
          <a:ext cx="599993" cy="599993"/>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6692724" y="706985"/>
        <a:ext cx="329997" cy="451495"/>
      </dsp:txXfrm>
    </dsp:sp>
    <dsp:sp modelId="{A373690A-64D1-4D7D-A302-B48A68BA2ED7}">
      <dsp:nvSpPr>
        <dsp:cNvPr id="0" name=""/>
        <dsp:cNvSpPr/>
      </dsp:nvSpPr>
      <dsp:spPr>
        <a:xfrm>
          <a:off x="7157185" y="1797884"/>
          <a:ext cx="599993" cy="599993"/>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292183" y="1797884"/>
        <a:ext cx="329997" cy="451495"/>
      </dsp:txXfrm>
    </dsp:sp>
    <dsp:sp modelId="{989D7408-C00C-43E7-BED4-0D8DF1C40E53}">
      <dsp:nvSpPr>
        <dsp:cNvPr id="0" name=""/>
        <dsp:cNvSpPr/>
      </dsp:nvSpPr>
      <dsp:spPr>
        <a:xfrm>
          <a:off x="7747696" y="2888782"/>
          <a:ext cx="599993" cy="599993"/>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882694" y="2888782"/>
        <a:ext cx="329997" cy="4514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4570C4-BCB5-44A2-9054-EC48645970A7}">
      <dsp:nvSpPr>
        <dsp:cNvPr id="0" name=""/>
        <dsp:cNvSpPr/>
      </dsp:nvSpPr>
      <dsp:spPr>
        <a:xfrm>
          <a:off x="256476" y="10800"/>
          <a:ext cx="1890861" cy="113451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Software Requirement:-</a:t>
          </a:r>
        </a:p>
      </dsp:txBody>
      <dsp:txXfrm>
        <a:off x="256476" y="10800"/>
        <a:ext cx="1890861" cy="1134516"/>
      </dsp:txXfrm>
    </dsp:sp>
    <dsp:sp modelId="{8EE374BC-0974-4C2F-B542-B8637A0E3D62}">
      <dsp:nvSpPr>
        <dsp:cNvPr id="0" name=""/>
        <dsp:cNvSpPr/>
      </dsp:nvSpPr>
      <dsp:spPr>
        <a:xfrm>
          <a:off x="2241540" y="19434"/>
          <a:ext cx="1890861" cy="1134516"/>
        </a:xfrm>
        <a:prstGeom prst="rect">
          <a:avLst/>
        </a:prstGeom>
        <a:solidFill>
          <a:schemeClr val="accent2">
            <a:hueOff val="135481"/>
            <a:satOff val="-663"/>
            <a:lumOff val="37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1)Python(jupyter notebook)</a:t>
          </a:r>
        </a:p>
      </dsp:txBody>
      <dsp:txXfrm>
        <a:off x="2241540" y="19434"/>
        <a:ext cx="1890861" cy="1134516"/>
      </dsp:txXfrm>
    </dsp:sp>
    <dsp:sp modelId="{B8F66DE2-8A40-4802-89E3-CA1B71D40B64}">
      <dsp:nvSpPr>
        <dsp:cNvPr id="0" name=""/>
        <dsp:cNvSpPr/>
      </dsp:nvSpPr>
      <dsp:spPr>
        <a:xfrm>
          <a:off x="4235227" y="19434"/>
          <a:ext cx="1890861" cy="1134516"/>
        </a:xfrm>
        <a:prstGeom prst="rect">
          <a:avLst/>
        </a:prstGeom>
        <a:solidFill>
          <a:schemeClr val="accent2">
            <a:hueOff val="270963"/>
            <a:satOff val="-1326"/>
            <a:lumOff val="74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2)Power bi</a:t>
          </a:r>
        </a:p>
      </dsp:txBody>
      <dsp:txXfrm>
        <a:off x="4235227" y="19434"/>
        <a:ext cx="1890861" cy="1134516"/>
      </dsp:txXfrm>
    </dsp:sp>
    <dsp:sp modelId="{ED375C14-3EFC-4BBE-B287-F7753C30C345}">
      <dsp:nvSpPr>
        <dsp:cNvPr id="0" name=""/>
        <dsp:cNvSpPr/>
      </dsp:nvSpPr>
      <dsp:spPr>
        <a:xfrm>
          <a:off x="6211650" y="28057"/>
          <a:ext cx="1890861" cy="1134516"/>
        </a:xfrm>
        <a:prstGeom prst="rect">
          <a:avLst/>
        </a:prstGeom>
        <a:solidFill>
          <a:schemeClr val="accent2">
            <a:hueOff val="406444"/>
            <a:satOff val="-1990"/>
            <a:lumOff val="111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3)Excel</a:t>
          </a:r>
        </a:p>
      </dsp:txBody>
      <dsp:txXfrm>
        <a:off x="6211650" y="28057"/>
        <a:ext cx="1890861" cy="1134516"/>
      </dsp:txXfrm>
    </dsp:sp>
    <dsp:sp modelId="{64DCD095-D179-4DA7-A555-6B523B1BF23C}">
      <dsp:nvSpPr>
        <dsp:cNvPr id="0" name=""/>
        <dsp:cNvSpPr/>
      </dsp:nvSpPr>
      <dsp:spPr>
        <a:xfrm>
          <a:off x="8167538" y="34508"/>
          <a:ext cx="1890861" cy="1134516"/>
        </a:xfrm>
        <a:prstGeom prst="rect">
          <a:avLst/>
        </a:prstGeom>
        <a:solidFill>
          <a:schemeClr val="accent2">
            <a:hueOff val="541926"/>
            <a:satOff val="-2653"/>
            <a:lumOff val="149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4)Tableau</a:t>
          </a:r>
        </a:p>
      </dsp:txBody>
      <dsp:txXfrm>
        <a:off x="8167538" y="34508"/>
        <a:ext cx="1890861" cy="1134516"/>
      </dsp:txXfrm>
    </dsp:sp>
    <dsp:sp modelId="{FF1EDB52-BA58-4BBD-BE6C-5460B36E4583}">
      <dsp:nvSpPr>
        <dsp:cNvPr id="0" name=""/>
        <dsp:cNvSpPr/>
      </dsp:nvSpPr>
      <dsp:spPr>
        <a:xfrm>
          <a:off x="240215" y="1330489"/>
          <a:ext cx="1890861" cy="1134516"/>
        </a:xfrm>
        <a:prstGeom prst="rect">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Main Software Libraries:-</a:t>
          </a:r>
        </a:p>
      </dsp:txBody>
      <dsp:txXfrm>
        <a:off x="240215" y="1330489"/>
        <a:ext cx="1890861" cy="1134516"/>
      </dsp:txXfrm>
    </dsp:sp>
    <dsp:sp modelId="{F5DE4F63-2D94-4091-90F6-B583125F5EA8}">
      <dsp:nvSpPr>
        <dsp:cNvPr id="0" name=""/>
        <dsp:cNvSpPr/>
      </dsp:nvSpPr>
      <dsp:spPr>
        <a:xfrm>
          <a:off x="2242524" y="1330489"/>
          <a:ext cx="1890861" cy="1134516"/>
        </a:xfrm>
        <a:prstGeom prst="rect">
          <a:avLst/>
        </a:prstGeom>
        <a:solidFill>
          <a:schemeClr val="accent2">
            <a:hueOff val="812888"/>
            <a:satOff val="-3979"/>
            <a:lumOff val="22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1)Pandas</a:t>
          </a:r>
        </a:p>
      </dsp:txBody>
      <dsp:txXfrm>
        <a:off x="2242524" y="1330489"/>
        <a:ext cx="1890861" cy="1134516"/>
      </dsp:txXfrm>
    </dsp:sp>
    <dsp:sp modelId="{902AA66B-A9F7-4E3B-B700-46993702D228}">
      <dsp:nvSpPr>
        <dsp:cNvPr id="0" name=""/>
        <dsp:cNvSpPr/>
      </dsp:nvSpPr>
      <dsp:spPr>
        <a:xfrm>
          <a:off x="4270718" y="1330489"/>
          <a:ext cx="1890861" cy="1134516"/>
        </a:xfrm>
        <a:prstGeom prst="rect">
          <a:avLst/>
        </a:prstGeom>
        <a:solidFill>
          <a:schemeClr val="accent2">
            <a:hueOff val="948370"/>
            <a:satOff val="-4642"/>
            <a:lumOff val="260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2)Numpy</a:t>
          </a:r>
        </a:p>
      </dsp:txBody>
      <dsp:txXfrm>
        <a:off x="4270718" y="1330489"/>
        <a:ext cx="1890861" cy="1134516"/>
      </dsp:txXfrm>
    </dsp:sp>
    <dsp:sp modelId="{96354BF1-7DB6-407D-88A4-6E0575A9811C}">
      <dsp:nvSpPr>
        <dsp:cNvPr id="0" name=""/>
        <dsp:cNvSpPr/>
      </dsp:nvSpPr>
      <dsp:spPr>
        <a:xfrm>
          <a:off x="6265274" y="1330486"/>
          <a:ext cx="1890861" cy="1134516"/>
        </a:xfrm>
        <a:prstGeom prst="rect">
          <a:avLst/>
        </a:prstGeom>
        <a:solidFill>
          <a:schemeClr val="accent2">
            <a:hueOff val="1083851"/>
            <a:satOff val="-5306"/>
            <a:lumOff val="298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3)Beautiful Soups</a:t>
          </a:r>
        </a:p>
      </dsp:txBody>
      <dsp:txXfrm>
        <a:off x="6265274" y="1330486"/>
        <a:ext cx="1890861" cy="1134516"/>
      </dsp:txXfrm>
    </dsp:sp>
    <dsp:sp modelId="{08592084-58F6-48FB-83F3-AA2BBD502716}">
      <dsp:nvSpPr>
        <dsp:cNvPr id="0" name=""/>
        <dsp:cNvSpPr/>
      </dsp:nvSpPr>
      <dsp:spPr>
        <a:xfrm>
          <a:off x="8167538" y="1330486"/>
          <a:ext cx="1890861" cy="1134516"/>
        </a:xfrm>
        <a:prstGeom prst="rect">
          <a:avLst/>
        </a:prstGeom>
        <a:solidFill>
          <a:schemeClr val="accent2">
            <a:hueOff val="1219333"/>
            <a:satOff val="-5969"/>
            <a:lumOff val="335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4)Requests</a:t>
          </a:r>
        </a:p>
      </dsp:txBody>
      <dsp:txXfrm>
        <a:off x="8167538" y="1330486"/>
        <a:ext cx="1890861" cy="1134516"/>
      </dsp:txXfrm>
    </dsp:sp>
    <dsp:sp modelId="{EFDDDD0A-4CE4-45E2-82F6-82E05E2D2719}">
      <dsp:nvSpPr>
        <dsp:cNvPr id="0" name=""/>
        <dsp:cNvSpPr/>
      </dsp:nvSpPr>
      <dsp:spPr>
        <a:xfrm>
          <a:off x="4283160" y="2597627"/>
          <a:ext cx="1890861" cy="1134516"/>
        </a:xfrm>
        <a:prstGeom prst="rect">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5)CSV</a:t>
          </a:r>
        </a:p>
      </dsp:txBody>
      <dsp:txXfrm>
        <a:off x="4283160" y="2597627"/>
        <a:ext cx="1890861" cy="11345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77709-3616-4E32-BF90-909C03123955}">
      <dsp:nvSpPr>
        <dsp:cNvPr id="0" name=""/>
        <dsp:cNvSpPr/>
      </dsp:nvSpPr>
      <dsp:spPr>
        <a:xfrm>
          <a:off x="0" y="689"/>
          <a:ext cx="67976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A6404C-1DA1-4A77-9979-CF533D4A660C}">
      <dsp:nvSpPr>
        <dsp:cNvPr id="0" name=""/>
        <dsp:cNvSpPr/>
      </dsp:nvSpPr>
      <dsp:spPr>
        <a:xfrm>
          <a:off x="0" y="689"/>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Step 1:- IMPORT LIBRARIES </a:t>
          </a:r>
        </a:p>
      </dsp:txBody>
      <dsp:txXfrm>
        <a:off x="0" y="689"/>
        <a:ext cx="6797675" cy="1129706"/>
      </dsp:txXfrm>
    </dsp:sp>
    <dsp:sp modelId="{089205EF-3496-470A-9DB0-7C28EC55F6EF}">
      <dsp:nvSpPr>
        <dsp:cNvPr id="0" name=""/>
        <dsp:cNvSpPr/>
      </dsp:nvSpPr>
      <dsp:spPr>
        <a:xfrm>
          <a:off x="0" y="1130396"/>
          <a:ext cx="6797675" cy="0"/>
        </a:xfrm>
        <a:prstGeom prst="line">
          <a:avLst/>
        </a:prstGeom>
        <a:solidFill>
          <a:schemeClr val="accent2">
            <a:hueOff val="338703"/>
            <a:satOff val="-1658"/>
            <a:lumOff val="931"/>
            <a:alphaOff val="0"/>
          </a:schemeClr>
        </a:solidFill>
        <a:ln w="19050" cap="rnd" cmpd="sng" algn="ctr">
          <a:solidFill>
            <a:schemeClr val="accent2">
              <a:hueOff val="338703"/>
              <a:satOff val="-1658"/>
              <a:lumOff val="9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2899A7-F03E-42AE-AD3B-C686CBAB9C16}">
      <dsp:nvSpPr>
        <dsp:cNvPr id="0" name=""/>
        <dsp:cNvSpPr/>
      </dsp:nvSpPr>
      <dsp:spPr>
        <a:xfrm>
          <a:off x="0" y="1130396"/>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import csv      # CSV file handling </a:t>
          </a:r>
        </a:p>
      </dsp:txBody>
      <dsp:txXfrm>
        <a:off x="0" y="1130396"/>
        <a:ext cx="6797675" cy="1129706"/>
      </dsp:txXfrm>
    </dsp:sp>
    <dsp:sp modelId="{F1568DB4-302B-42A6-AD42-CBD4EAF982C2}">
      <dsp:nvSpPr>
        <dsp:cNvPr id="0" name=""/>
        <dsp:cNvSpPr/>
      </dsp:nvSpPr>
      <dsp:spPr>
        <a:xfrm>
          <a:off x="0" y="2260102"/>
          <a:ext cx="6797675" cy="0"/>
        </a:xfrm>
        <a:prstGeom prst="line">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90CB2E-470C-4FA1-A538-1641B5F479AC}">
      <dsp:nvSpPr>
        <dsp:cNvPr id="0" name=""/>
        <dsp:cNvSpPr/>
      </dsp:nvSpPr>
      <dsp:spPr>
        <a:xfrm>
          <a:off x="0" y="2260102"/>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import requests     # HTTP requests :-web scraping or interacting with web</a:t>
          </a:r>
        </a:p>
      </dsp:txBody>
      <dsp:txXfrm>
        <a:off x="0" y="2260102"/>
        <a:ext cx="6797675" cy="1129706"/>
      </dsp:txXfrm>
    </dsp:sp>
    <dsp:sp modelId="{A858D147-580A-46BE-BFC7-BD4784A78163}">
      <dsp:nvSpPr>
        <dsp:cNvPr id="0" name=""/>
        <dsp:cNvSpPr/>
      </dsp:nvSpPr>
      <dsp:spPr>
        <a:xfrm>
          <a:off x="0" y="3389809"/>
          <a:ext cx="6797675" cy="0"/>
        </a:xfrm>
        <a:prstGeom prst="line">
          <a:avLst/>
        </a:prstGeom>
        <a:solidFill>
          <a:schemeClr val="accent2">
            <a:hueOff val="1016110"/>
            <a:satOff val="-4974"/>
            <a:lumOff val="2794"/>
            <a:alphaOff val="0"/>
          </a:schemeClr>
        </a:solidFill>
        <a:ln w="19050" cap="rnd" cmpd="sng" algn="ctr">
          <a:solidFill>
            <a:schemeClr val="accent2">
              <a:hueOff val="1016110"/>
              <a:satOff val="-4974"/>
              <a:lumOff val="279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032808-7B5B-4EC3-ABA5-3B5711BA2238}">
      <dsp:nvSpPr>
        <dsp:cNvPr id="0" name=""/>
        <dsp:cNvSpPr/>
      </dsp:nvSpPr>
      <dsp:spPr>
        <a:xfrm>
          <a:off x="0" y="3389809"/>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import pandas as pd     # Data manipulation using pandas.</a:t>
          </a:r>
        </a:p>
      </dsp:txBody>
      <dsp:txXfrm>
        <a:off x="0" y="3389809"/>
        <a:ext cx="6797675" cy="1129706"/>
      </dsp:txXfrm>
    </dsp:sp>
    <dsp:sp modelId="{FCC2889D-998B-4881-A1C7-5545A02EAA16}">
      <dsp:nvSpPr>
        <dsp:cNvPr id="0" name=""/>
        <dsp:cNvSpPr/>
      </dsp:nvSpPr>
      <dsp:spPr>
        <a:xfrm>
          <a:off x="0" y="4519515"/>
          <a:ext cx="6797675"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D4F985-270E-4563-9655-B99F776174FF}">
      <dsp:nvSpPr>
        <dsp:cNvPr id="0" name=""/>
        <dsp:cNvSpPr/>
      </dsp:nvSpPr>
      <dsp:spPr>
        <a:xfrm>
          <a:off x="0" y="4519515"/>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from bs4 import Beautiful Soup      # HTML parsing using Beautifulsoup :-pulling data out of HTML and XML files and searching and modifying phrase tree</a:t>
          </a:r>
        </a:p>
      </dsp:txBody>
      <dsp:txXfrm>
        <a:off x="0" y="4519515"/>
        <a:ext cx="6797675" cy="11297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150774-876F-4581-903B-8AEB49C5FE45}">
      <dsp:nvSpPr>
        <dsp:cNvPr id="0" name=""/>
        <dsp:cNvSpPr/>
      </dsp:nvSpPr>
      <dsp:spPr>
        <a:xfrm>
          <a:off x="0" y="689"/>
          <a:ext cx="67976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C77F97-693A-4BCF-84FA-781BDAB81EE2}">
      <dsp:nvSpPr>
        <dsp:cNvPr id="0" name=""/>
        <dsp:cNvSpPr/>
      </dsp:nvSpPr>
      <dsp:spPr>
        <a:xfrm>
          <a:off x="0" y="689"/>
          <a:ext cx="6797675" cy="80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a:t># Check if the request was successful (status code 200)</a:t>
          </a:r>
          <a:endParaRPr lang="en-US" sz="2200" kern="1200"/>
        </a:p>
      </dsp:txBody>
      <dsp:txXfrm>
        <a:off x="0" y="689"/>
        <a:ext cx="6797675" cy="806933"/>
      </dsp:txXfrm>
    </dsp:sp>
    <dsp:sp modelId="{994491CC-FD71-4B9D-814A-4658E0D6DC19}">
      <dsp:nvSpPr>
        <dsp:cNvPr id="0" name=""/>
        <dsp:cNvSpPr/>
      </dsp:nvSpPr>
      <dsp:spPr>
        <a:xfrm>
          <a:off x="0" y="807622"/>
          <a:ext cx="6797675" cy="0"/>
        </a:xfrm>
        <a:prstGeom prst="line">
          <a:avLst/>
        </a:prstGeom>
        <a:solidFill>
          <a:schemeClr val="accent2">
            <a:hueOff val="225802"/>
            <a:satOff val="-1105"/>
            <a:lumOff val="621"/>
            <a:alphaOff val="0"/>
          </a:schemeClr>
        </a:solidFill>
        <a:ln w="19050" cap="rnd" cmpd="sng" algn="ctr">
          <a:solidFill>
            <a:schemeClr val="accent2">
              <a:hueOff val="225802"/>
              <a:satOff val="-1105"/>
              <a:lumOff val="6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E209D9-A690-41CC-91E5-1BAFF056B7E7}">
      <dsp:nvSpPr>
        <dsp:cNvPr id="0" name=""/>
        <dsp:cNvSpPr/>
      </dsp:nvSpPr>
      <dsp:spPr>
        <a:xfrm>
          <a:off x="0" y="807622"/>
          <a:ext cx="6797675" cy="80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a:t>if res.status_code == 200:</a:t>
          </a:r>
          <a:endParaRPr lang="en-US" sz="2200" kern="1200"/>
        </a:p>
      </dsp:txBody>
      <dsp:txXfrm>
        <a:off x="0" y="807622"/>
        <a:ext cx="6797675" cy="806933"/>
      </dsp:txXfrm>
    </dsp:sp>
    <dsp:sp modelId="{BAC3525F-2F36-4C29-930B-A201C7354653}">
      <dsp:nvSpPr>
        <dsp:cNvPr id="0" name=""/>
        <dsp:cNvSpPr/>
      </dsp:nvSpPr>
      <dsp:spPr>
        <a:xfrm>
          <a:off x="0" y="1614556"/>
          <a:ext cx="6797675" cy="0"/>
        </a:xfrm>
        <a:prstGeom prst="line">
          <a:avLst/>
        </a:prstGeom>
        <a:solidFill>
          <a:schemeClr val="accent2">
            <a:hueOff val="451605"/>
            <a:satOff val="-2211"/>
            <a:lumOff val="1242"/>
            <a:alphaOff val="0"/>
          </a:schemeClr>
        </a:solidFill>
        <a:ln w="19050" cap="rnd" cmpd="sng" algn="ctr">
          <a:solidFill>
            <a:schemeClr val="accent2">
              <a:hueOff val="451605"/>
              <a:satOff val="-2211"/>
              <a:lumOff val="124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E4C651-C868-4666-8B5D-7007C14363A6}">
      <dsp:nvSpPr>
        <dsp:cNvPr id="0" name=""/>
        <dsp:cNvSpPr/>
      </dsp:nvSpPr>
      <dsp:spPr>
        <a:xfrm>
          <a:off x="0" y="1614556"/>
          <a:ext cx="6797675" cy="80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a:t>print("Access Granted. Status Code:", res.status_com</a:t>
          </a:r>
          <a:endParaRPr lang="en-US" sz="2200" kern="1200"/>
        </a:p>
      </dsp:txBody>
      <dsp:txXfrm>
        <a:off x="0" y="1614556"/>
        <a:ext cx="6797675" cy="806933"/>
      </dsp:txXfrm>
    </dsp:sp>
    <dsp:sp modelId="{B8A24AAF-CD1B-4795-8AEC-F3DD3973C55E}">
      <dsp:nvSpPr>
        <dsp:cNvPr id="0" name=""/>
        <dsp:cNvSpPr/>
      </dsp:nvSpPr>
      <dsp:spPr>
        <a:xfrm>
          <a:off x="0" y="2421489"/>
          <a:ext cx="6797675" cy="0"/>
        </a:xfrm>
        <a:prstGeom prst="line">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FDACF2-EEA5-406D-A862-ED1ABA6E9073}">
      <dsp:nvSpPr>
        <dsp:cNvPr id="0" name=""/>
        <dsp:cNvSpPr/>
      </dsp:nvSpPr>
      <dsp:spPr>
        <a:xfrm>
          <a:off x="0" y="2421489"/>
          <a:ext cx="6797675" cy="80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a:t>else:</a:t>
          </a:r>
          <a:endParaRPr lang="en-US" sz="2200" kern="1200"/>
        </a:p>
      </dsp:txBody>
      <dsp:txXfrm>
        <a:off x="0" y="2421489"/>
        <a:ext cx="6797675" cy="806933"/>
      </dsp:txXfrm>
    </dsp:sp>
    <dsp:sp modelId="{6501D506-4B82-4235-B0AD-570AFADA3443}">
      <dsp:nvSpPr>
        <dsp:cNvPr id="0" name=""/>
        <dsp:cNvSpPr/>
      </dsp:nvSpPr>
      <dsp:spPr>
        <a:xfrm>
          <a:off x="0" y="3228422"/>
          <a:ext cx="6797675" cy="0"/>
        </a:xfrm>
        <a:prstGeom prst="line">
          <a:avLst/>
        </a:prstGeom>
        <a:solidFill>
          <a:schemeClr val="accent2">
            <a:hueOff val="903209"/>
            <a:satOff val="-4421"/>
            <a:lumOff val="2483"/>
            <a:alphaOff val="0"/>
          </a:schemeClr>
        </a:solidFill>
        <a:ln w="19050" cap="rnd" cmpd="sng" algn="ctr">
          <a:solidFill>
            <a:schemeClr val="accent2">
              <a:hueOff val="903209"/>
              <a:satOff val="-4421"/>
              <a:lumOff val="24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D54791-C77D-4626-98CF-6B3CA5866943}">
      <dsp:nvSpPr>
        <dsp:cNvPr id="0" name=""/>
        <dsp:cNvSpPr/>
      </dsp:nvSpPr>
      <dsp:spPr>
        <a:xfrm>
          <a:off x="0" y="3228422"/>
          <a:ext cx="6797675" cy="80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a:t>print("unexpected Status Code:", resp.status_code)</a:t>
          </a:r>
          <a:endParaRPr lang="en-US" sz="2200" kern="1200"/>
        </a:p>
      </dsp:txBody>
      <dsp:txXfrm>
        <a:off x="0" y="3228422"/>
        <a:ext cx="6797675" cy="806933"/>
      </dsp:txXfrm>
    </dsp:sp>
    <dsp:sp modelId="{1E0D8E7F-D2C1-456E-A66E-FB6211EE4F97}">
      <dsp:nvSpPr>
        <dsp:cNvPr id="0" name=""/>
        <dsp:cNvSpPr/>
      </dsp:nvSpPr>
      <dsp:spPr>
        <a:xfrm>
          <a:off x="0" y="4035355"/>
          <a:ext cx="6797675" cy="0"/>
        </a:xfrm>
        <a:prstGeom prst="line">
          <a:avLst/>
        </a:prstGeom>
        <a:solidFill>
          <a:schemeClr val="accent2">
            <a:hueOff val="1129012"/>
            <a:satOff val="-5527"/>
            <a:lumOff val="3104"/>
            <a:alphaOff val="0"/>
          </a:schemeClr>
        </a:solidFill>
        <a:ln w="19050" cap="rnd" cmpd="sng" algn="ctr">
          <a:solidFill>
            <a:schemeClr val="accent2">
              <a:hueOff val="1129012"/>
              <a:satOff val="-5527"/>
              <a:lumOff val="310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A2FEA1-1063-4F73-B59C-F9934AD32A3B}">
      <dsp:nvSpPr>
        <dsp:cNvPr id="0" name=""/>
        <dsp:cNvSpPr/>
      </dsp:nvSpPr>
      <dsp:spPr>
        <a:xfrm>
          <a:off x="0" y="4035355"/>
          <a:ext cx="6797675" cy="80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a:t>except requests.exceptions.RequestException as e:</a:t>
          </a:r>
          <a:endParaRPr lang="en-US" sz="2200" kern="1200"/>
        </a:p>
      </dsp:txBody>
      <dsp:txXfrm>
        <a:off x="0" y="4035355"/>
        <a:ext cx="6797675" cy="806933"/>
      </dsp:txXfrm>
    </dsp:sp>
    <dsp:sp modelId="{4088F86F-1150-4C35-AD4B-C252B06019FA}">
      <dsp:nvSpPr>
        <dsp:cNvPr id="0" name=""/>
        <dsp:cNvSpPr/>
      </dsp:nvSpPr>
      <dsp:spPr>
        <a:xfrm>
          <a:off x="0" y="4842289"/>
          <a:ext cx="6797675"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9CC2A8-51D7-4BC5-83A6-614960B3EFB2}">
      <dsp:nvSpPr>
        <dsp:cNvPr id="0" name=""/>
        <dsp:cNvSpPr/>
      </dsp:nvSpPr>
      <dsp:spPr>
        <a:xfrm>
          <a:off x="0" y="4842289"/>
          <a:ext cx="6797675" cy="8069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a:t>print("Error:",e)</a:t>
          </a:r>
          <a:endParaRPr lang="en-US" sz="2200" kern="1200"/>
        </a:p>
      </dsp:txBody>
      <dsp:txXfrm>
        <a:off x="0" y="4842289"/>
        <a:ext cx="6797675" cy="8069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DAADA6-97F6-45E1-9618-530CC8E72CBC}">
      <dsp:nvSpPr>
        <dsp:cNvPr id="0" name=""/>
        <dsp:cNvSpPr/>
      </dsp:nvSpPr>
      <dsp:spPr>
        <a:xfrm>
          <a:off x="0" y="0"/>
          <a:ext cx="67976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9551B6-D605-4330-B1F7-E3F30F8D29CB}">
      <dsp:nvSpPr>
        <dsp:cNvPr id="0" name=""/>
        <dsp:cNvSpPr/>
      </dsp:nvSpPr>
      <dsp:spPr>
        <a:xfrm>
          <a:off x="0" y="0"/>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STEP 4:-  Requests and beautiful soup</a:t>
          </a:r>
        </a:p>
      </dsp:txBody>
      <dsp:txXfrm>
        <a:off x="0" y="0"/>
        <a:ext cx="6797675" cy="353119"/>
      </dsp:txXfrm>
    </dsp:sp>
    <dsp:sp modelId="{923A6DDC-B6A8-4FAA-A5EA-96320242EEF4}">
      <dsp:nvSpPr>
        <dsp:cNvPr id="0" name=""/>
        <dsp:cNvSpPr/>
      </dsp:nvSpPr>
      <dsp:spPr>
        <a:xfrm>
          <a:off x="0" y="353119"/>
          <a:ext cx="6797675" cy="0"/>
        </a:xfrm>
        <a:prstGeom prst="line">
          <a:avLst/>
        </a:prstGeom>
        <a:solidFill>
          <a:schemeClr val="accent2">
            <a:hueOff val="90321"/>
            <a:satOff val="-442"/>
            <a:lumOff val="248"/>
            <a:alphaOff val="0"/>
          </a:schemeClr>
        </a:solidFill>
        <a:ln w="19050" cap="rnd" cmpd="sng" algn="ctr">
          <a:solidFill>
            <a:schemeClr val="accent2">
              <a:hueOff val="90321"/>
              <a:satOff val="-442"/>
              <a:lumOff val="24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0EA3E7-78A8-4D8B-A720-58595D5EC188}">
      <dsp:nvSpPr>
        <dsp:cNvPr id="0" name=""/>
        <dsp:cNvSpPr/>
      </dsp:nvSpPr>
      <dsp:spPr>
        <a:xfrm>
          <a:off x="0" y="353119"/>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0" kern="1200"/>
            <a:t>response = req.</a:t>
          </a:r>
          <a:r>
            <a:rPr lang="en-IN" sz="1500" b="1" kern="1200"/>
            <a:t>get</a:t>
          </a:r>
          <a:r>
            <a:rPr lang="en-IN" sz="1500" b="0" kern="1200"/>
            <a:t>(url,headers = headers)</a:t>
          </a:r>
          <a:endParaRPr lang="en-US" sz="1500" kern="1200"/>
        </a:p>
      </dsp:txBody>
      <dsp:txXfrm>
        <a:off x="0" y="353119"/>
        <a:ext cx="6797675" cy="353119"/>
      </dsp:txXfrm>
    </dsp:sp>
    <dsp:sp modelId="{F4928E3C-23D8-4313-9137-775875E69486}">
      <dsp:nvSpPr>
        <dsp:cNvPr id="0" name=""/>
        <dsp:cNvSpPr/>
      </dsp:nvSpPr>
      <dsp:spPr>
        <a:xfrm>
          <a:off x="0" y="706239"/>
          <a:ext cx="6797675" cy="0"/>
        </a:xfrm>
        <a:prstGeom prst="line">
          <a:avLst/>
        </a:prstGeom>
        <a:solidFill>
          <a:schemeClr val="accent2">
            <a:hueOff val="180642"/>
            <a:satOff val="-884"/>
            <a:lumOff val="497"/>
            <a:alphaOff val="0"/>
          </a:schemeClr>
        </a:solidFill>
        <a:ln w="19050" cap="rnd" cmpd="sng" algn="ctr">
          <a:solidFill>
            <a:schemeClr val="accent2">
              <a:hueOff val="180642"/>
              <a:satOff val="-884"/>
              <a:lumOff val="49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59592C-C40E-4286-8E60-06D41DCA0AB3}">
      <dsp:nvSpPr>
        <dsp:cNvPr id="0" name=""/>
        <dsp:cNvSpPr/>
      </dsp:nvSpPr>
      <dsp:spPr>
        <a:xfrm>
          <a:off x="0" y="706238"/>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1" kern="1200" dirty="0"/>
            <a:t>soup</a:t>
          </a:r>
          <a:r>
            <a:rPr lang="en-IN" sz="1500" b="0" kern="1200" dirty="0"/>
            <a:t> = </a:t>
          </a:r>
          <a:r>
            <a:rPr lang="en-IN" sz="1500" b="0" kern="1200" dirty="0" err="1"/>
            <a:t>BeautifulSoup</a:t>
          </a:r>
          <a:r>
            <a:rPr lang="en-IN" sz="1500" b="0" kern="1200" dirty="0"/>
            <a:t>(response.content,"</a:t>
          </a:r>
          <a:r>
            <a:rPr lang="en-IN" sz="1500" b="0" kern="1200" dirty="0" err="1"/>
            <a:t>html.parser</a:t>
          </a:r>
          <a:r>
            <a:rPr lang="en-IN" sz="1500" b="0" kern="1200" dirty="0"/>
            <a:t>")</a:t>
          </a:r>
          <a:endParaRPr lang="en-US" sz="1500" kern="1200" dirty="0"/>
        </a:p>
      </dsp:txBody>
      <dsp:txXfrm>
        <a:off x="0" y="706238"/>
        <a:ext cx="6797675" cy="353119"/>
      </dsp:txXfrm>
    </dsp:sp>
    <dsp:sp modelId="{5A67F6B5-88DE-43A6-8071-0CF9D0D1DF78}">
      <dsp:nvSpPr>
        <dsp:cNvPr id="0" name=""/>
        <dsp:cNvSpPr/>
      </dsp:nvSpPr>
      <dsp:spPr>
        <a:xfrm>
          <a:off x="0" y="1059358"/>
          <a:ext cx="6797675" cy="0"/>
        </a:xfrm>
        <a:prstGeom prst="line">
          <a:avLst/>
        </a:prstGeom>
        <a:solidFill>
          <a:schemeClr val="accent2">
            <a:hueOff val="270963"/>
            <a:satOff val="-1326"/>
            <a:lumOff val="745"/>
            <a:alphaOff val="0"/>
          </a:schemeClr>
        </a:solidFill>
        <a:ln w="19050" cap="rnd" cmpd="sng" algn="ctr">
          <a:solidFill>
            <a:schemeClr val="accent2">
              <a:hueOff val="270963"/>
              <a:satOff val="-1326"/>
              <a:lumOff val="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FB868A-29D9-4599-AF98-FDB31BBA0871}">
      <dsp:nvSpPr>
        <dsp:cNvPr id="0" name=""/>
        <dsp:cNvSpPr/>
      </dsp:nvSpPr>
      <dsp:spPr>
        <a:xfrm>
          <a:off x="0" y="1059358"/>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endParaRPr lang="en-US" sz="1500" kern="1200" dirty="0"/>
        </a:p>
      </dsp:txBody>
      <dsp:txXfrm>
        <a:off x="0" y="1059358"/>
        <a:ext cx="6797675" cy="353119"/>
      </dsp:txXfrm>
    </dsp:sp>
    <dsp:sp modelId="{56C86D0E-8B38-4563-97A1-1A1C343D1166}">
      <dsp:nvSpPr>
        <dsp:cNvPr id="0" name=""/>
        <dsp:cNvSpPr/>
      </dsp:nvSpPr>
      <dsp:spPr>
        <a:xfrm>
          <a:off x="0" y="1412478"/>
          <a:ext cx="6797675" cy="0"/>
        </a:xfrm>
        <a:prstGeom prst="line">
          <a:avLst/>
        </a:prstGeom>
        <a:solidFill>
          <a:schemeClr val="accent2">
            <a:hueOff val="361284"/>
            <a:satOff val="-1769"/>
            <a:lumOff val="993"/>
            <a:alphaOff val="0"/>
          </a:schemeClr>
        </a:solidFill>
        <a:ln w="19050" cap="rnd" cmpd="sng" algn="ctr">
          <a:solidFill>
            <a:schemeClr val="accent2">
              <a:hueOff val="361284"/>
              <a:satOff val="-1769"/>
              <a:lumOff val="99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A87DE0-7CCA-4C2E-8BA8-DB1E1B19CBC6}">
      <dsp:nvSpPr>
        <dsp:cNvPr id="0" name=""/>
        <dsp:cNvSpPr/>
      </dsp:nvSpPr>
      <dsp:spPr>
        <a:xfrm>
          <a:off x="0" y="1412477"/>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STEP 5:- column names and extracting data through classes</a:t>
          </a:r>
        </a:p>
      </dsp:txBody>
      <dsp:txXfrm>
        <a:off x="0" y="1412477"/>
        <a:ext cx="6797675" cy="353119"/>
      </dsp:txXfrm>
    </dsp:sp>
    <dsp:sp modelId="{68391606-192A-4829-A3AE-BD69BD91D026}">
      <dsp:nvSpPr>
        <dsp:cNvPr id="0" name=""/>
        <dsp:cNvSpPr/>
      </dsp:nvSpPr>
      <dsp:spPr>
        <a:xfrm>
          <a:off x="0" y="1765597"/>
          <a:ext cx="6797675" cy="0"/>
        </a:xfrm>
        <a:prstGeom prst="line">
          <a:avLst/>
        </a:prstGeom>
        <a:solidFill>
          <a:schemeClr val="accent2">
            <a:hueOff val="451605"/>
            <a:satOff val="-2211"/>
            <a:lumOff val="1242"/>
            <a:alphaOff val="0"/>
          </a:schemeClr>
        </a:solidFill>
        <a:ln w="19050" cap="rnd" cmpd="sng" algn="ctr">
          <a:solidFill>
            <a:schemeClr val="accent2">
              <a:hueOff val="451605"/>
              <a:satOff val="-2211"/>
              <a:lumOff val="124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6E5DAE-B908-47ED-8C3E-3C51F34EA3BA}">
      <dsp:nvSpPr>
        <dsp:cNvPr id="0" name=""/>
        <dsp:cNvSpPr/>
      </dsp:nvSpPr>
      <dsp:spPr>
        <a:xfrm>
          <a:off x="0" y="1765597"/>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0" kern="1200"/>
            <a:t>collage_name = </a:t>
          </a:r>
          <a:r>
            <a:rPr lang="en-IN" sz="1500" b="1" kern="1200"/>
            <a:t>soup</a:t>
          </a:r>
          <a:r>
            <a:rPr lang="en-IN" sz="1500" b="0" kern="1200"/>
            <a:t>.</a:t>
          </a:r>
          <a:r>
            <a:rPr lang="en-IN" sz="1500" b="1" kern="1200"/>
            <a:t>find_all</a:t>
          </a:r>
          <a:r>
            <a:rPr lang="en-IN" sz="1500" b="0" kern="1200"/>
            <a:t>("h3",class_ = "college_name")</a:t>
          </a:r>
          <a:endParaRPr lang="en-US" sz="1500" kern="1200"/>
        </a:p>
      </dsp:txBody>
      <dsp:txXfrm>
        <a:off x="0" y="1765597"/>
        <a:ext cx="6797675" cy="353119"/>
      </dsp:txXfrm>
    </dsp:sp>
    <dsp:sp modelId="{5BBB5CB4-7A87-45FD-970A-83E1A263686C}">
      <dsp:nvSpPr>
        <dsp:cNvPr id="0" name=""/>
        <dsp:cNvSpPr/>
      </dsp:nvSpPr>
      <dsp:spPr>
        <a:xfrm>
          <a:off x="0" y="2118717"/>
          <a:ext cx="6797675" cy="0"/>
        </a:xfrm>
        <a:prstGeom prst="line">
          <a:avLst/>
        </a:prstGeom>
        <a:solidFill>
          <a:schemeClr val="accent2">
            <a:hueOff val="541926"/>
            <a:satOff val="-2653"/>
            <a:lumOff val="1490"/>
            <a:alphaOff val="0"/>
          </a:schemeClr>
        </a:solidFill>
        <a:ln w="19050" cap="rnd" cmpd="sng" algn="ctr">
          <a:solidFill>
            <a:schemeClr val="accent2">
              <a:hueOff val="541926"/>
              <a:satOff val="-2653"/>
              <a:lumOff val="1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983D28-2E56-42A0-8FE0-A18658B814B1}">
      <dsp:nvSpPr>
        <dsp:cNvPr id="0" name=""/>
        <dsp:cNvSpPr/>
      </dsp:nvSpPr>
      <dsp:spPr>
        <a:xfrm>
          <a:off x="0" y="2118717"/>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0" kern="1200"/>
            <a:t>Own = </a:t>
          </a:r>
          <a:r>
            <a:rPr lang="en-IN" sz="1500" b="1" kern="1200"/>
            <a:t>soup</a:t>
          </a:r>
          <a:r>
            <a:rPr lang="en-IN" sz="1500" b="0" kern="1200"/>
            <a:t>.</a:t>
          </a:r>
          <a:r>
            <a:rPr lang="en-IN" sz="1500" b="1" kern="1200"/>
            <a:t>find_all</a:t>
          </a:r>
          <a:r>
            <a:rPr lang="en-IN" sz="1500" b="0" kern="1200"/>
            <a:t>("div" , class_="content_block d-block d-md-none")</a:t>
          </a:r>
          <a:endParaRPr lang="en-US" sz="1500" kern="1200"/>
        </a:p>
      </dsp:txBody>
      <dsp:txXfrm>
        <a:off x="0" y="2118717"/>
        <a:ext cx="6797675" cy="353119"/>
      </dsp:txXfrm>
    </dsp:sp>
    <dsp:sp modelId="{32FAD499-F20C-4D54-8870-C83B1B6A36F6}">
      <dsp:nvSpPr>
        <dsp:cNvPr id="0" name=""/>
        <dsp:cNvSpPr/>
      </dsp:nvSpPr>
      <dsp:spPr>
        <a:xfrm>
          <a:off x="0" y="2471836"/>
          <a:ext cx="6797675" cy="0"/>
        </a:xfrm>
        <a:prstGeom prst="line">
          <a:avLst/>
        </a:prstGeom>
        <a:solidFill>
          <a:schemeClr val="accent2">
            <a:hueOff val="632247"/>
            <a:satOff val="-3095"/>
            <a:lumOff val="1738"/>
            <a:alphaOff val="0"/>
          </a:schemeClr>
        </a:solidFill>
        <a:ln w="19050" cap="rnd" cmpd="sng" algn="ctr">
          <a:solidFill>
            <a:schemeClr val="accent2">
              <a:hueOff val="632247"/>
              <a:satOff val="-3095"/>
              <a:lumOff val="17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2DD99F-0052-468C-ADA4-C65468EB1C6D}">
      <dsp:nvSpPr>
        <dsp:cNvPr id="0" name=""/>
        <dsp:cNvSpPr/>
      </dsp:nvSpPr>
      <dsp:spPr>
        <a:xfrm>
          <a:off x="0" y="2471836"/>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0" kern="1200"/>
            <a:t>Ranks = </a:t>
          </a:r>
          <a:r>
            <a:rPr lang="en-IN" sz="1500" b="1" kern="1200"/>
            <a:t>soup</a:t>
          </a:r>
          <a:r>
            <a:rPr lang="en-IN" sz="1500" b="0" kern="1200"/>
            <a:t>.</a:t>
          </a:r>
          <a:r>
            <a:rPr lang="en-IN" sz="1500" b="1" kern="1200"/>
            <a:t>find_all</a:t>
          </a:r>
          <a:r>
            <a:rPr lang="en-IN" sz="1500" b="0" kern="1200"/>
            <a:t>("div",class_ = "align-center")</a:t>
          </a:r>
          <a:endParaRPr lang="en-US" sz="1500" kern="1200"/>
        </a:p>
      </dsp:txBody>
      <dsp:txXfrm>
        <a:off x="0" y="2471836"/>
        <a:ext cx="6797675" cy="353119"/>
      </dsp:txXfrm>
    </dsp:sp>
    <dsp:sp modelId="{4EE3DCE5-C500-4ED4-9841-17C4A6F06403}">
      <dsp:nvSpPr>
        <dsp:cNvPr id="0" name=""/>
        <dsp:cNvSpPr/>
      </dsp:nvSpPr>
      <dsp:spPr>
        <a:xfrm>
          <a:off x="0" y="2824956"/>
          <a:ext cx="6797675" cy="0"/>
        </a:xfrm>
        <a:prstGeom prst="line">
          <a:avLst/>
        </a:prstGeom>
        <a:solidFill>
          <a:schemeClr val="accent2">
            <a:hueOff val="722567"/>
            <a:satOff val="-3537"/>
            <a:lumOff val="1987"/>
            <a:alphaOff val="0"/>
          </a:schemeClr>
        </a:solidFill>
        <a:ln w="19050" cap="rnd" cmpd="sng" algn="ctr">
          <a:solidFill>
            <a:schemeClr val="accent2">
              <a:hueOff val="722567"/>
              <a:satOff val="-3537"/>
              <a:lumOff val="198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E90B12-66AC-422B-974F-4ACE5DB6943A}">
      <dsp:nvSpPr>
        <dsp:cNvPr id="0" name=""/>
        <dsp:cNvSpPr/>
      </dsp:nvSpPr>
      <dsp:spPr>
        <a:xfrm>
          <a:off x="0" y="2824955"/>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IN" sz="1500" b="0" kern="1200" dirty="0" err="1"/>
            <a:t>ul</a:t>
          </a:r>
          <a:r>
            <a:rPr lang="en-IN" sz="1500" b="0" kern="1200" dirty="0"/>
            <a:t> = </a:t>
          </a:r>
          <a:r>
            <a:rPr lang="en-IN" sz="1500" b="1" kern="1200" dirty="0" err="1"/>
            <a:t>soup</a:t>
          </a:r>
          <a:r>
            <a:rPr lang="en-IN" sz="1500" b="0" kern="1200" dirty="0" err="1"/>
            <a:t>.</a:t>
          </a:r>
          <a:r>
            <a:rPr lang="en-IN" sz="1500" b="1" kern="1200" dirty="0" err="1"/>
            <a:t>find_all</a:t>
          </a:r>
          <a:r>
            <a:rPr lang="en-IN" sz="1500" b="0" kern="1200" dirty="0"/>
            <a:t>("</a:t>
          </a:r>
          <a:r>
            <a:rPr lang="en-IN" sz="1500" b="0" kern="1200" dirty="0" err="1"/>
            <a:t>ul</a:t>
          </a:r>
          <a:r>
            <a:rPr lang="en-IN" sz="1500" b="0" kern="1200" dirty="0"/>
            <a:t>",class_ = "</a:t>
          </a:r>
          <a:r>
            <a:rPr lang="en-IN" sz="1500" b="0" kern="1200" dirty="0" err="1"/>
            <a:t>snippet_list</a:t>
          </a:r>
          <a:r>
            <a:rPr lang="en-IN" sz="1500" b="0" kern="1200" dirty="0"/>
            <a:t>")</a:t>
          </a:r>
          <a:endParaRPr lang="en-US" sz="1500" kern="1200" dirty="0"/>
        </a:p>
      </dsp:txBody>
      <dsp:txXfrm>
        <a:off x="0" y="2824955"/>
        <a:ext cx="6797675" cy="353119"/>
      </dsp:txXfrm>
    </dsp:sp>
    <dsp:sp modelId="{D58B3A6A-96B9-4AA9-8EA5-4CFA792EF5CC}">
      <dsp:nvSpPr>
        <dsp:cNvPr id="0" name=""/>
        <dsp:cNvSpPr/>
      </dsp:nvSpPr>
      <dsp:spPr>
        <a:xfrm>
          <a:off x="0" y="3178075"/>
          <a:ext cx="6797675" cy="0"/>
        </a:xfrm>
        <a:prstGeom prst="line">
          <a:avLst/>
        </a:prstGeom>
        <a:solidFill>
          <a:schemeClr val="accent2">
            <a:hueOff val="812888"/>
            <a:satOff val="-3979"/>
            <a:lumOff val="2235"/>
            <a:alphaOff val="0"/>
          </a:schemeClr>
        </a:solidFill>
        <a:ln w="19050" cap="rnd" cmpd="sng" algn="ctr">
          <a:solidFill>
            <a:schemeClr val="accent2">
              <a:hueOff val="812888"/>
              <a:satOff val="-3979"/>
              <a:lumOff val="223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1035C3-E204-4F2D-BC04-AB992521D0AA}">
      <dsp:nvSpPr>
        <dsp:cNvPr id="0" name=""/>
        <dsp:cNvSpPr/>
      </dsp:nvSpPr>
      <dsp:spPr>
        <a:xfrm>
          <a:off x="0" y="3178075"/>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endParaRPr lang="en-US" sz="1500" kern="1200" dirty="0"/>
        </a:p>
      </dsp:txBody>
      <dsp:txXfrm>
        <a:off x="0" y="3178075"/>
        <a:ext cx="6797675" cy="353119"/>
      </dsp:txXfrm>
    </dsp:sp>
    <dsp:sp modelId="{F2E18FC8-690B-438F-83D7-30DF175028AB}">
      <dsp:nvSpPr>
        <dsp:cNvPr id="0" name=""/>
        <dsp:cNvSpPr/>
      </dsp:nvSpPr>
      <dsp:spPr>
        <a:xfrm>
          <a:off x="0" y="3531194"/>
          <a:ext cx="6797675" cy="0"/>
        </a:xfrm>
        <a:prstGeom prst="line">
          <a:avLst/>
        </a:prstGeom>
        <a:solidFill>
          <a:schemeClr val="accent2">
            <a:hueOff val="903209"/>
            <a:satOff val="-4421"/>
            <a:lumOff val="2483"/>
            <a:alphaOff val="0"/>
          </a:schemeClr>
        </a:solidFill>
        <a:ln w="19050" cap="rnd" cmpd="sng" algn="ctr">
          <a:solidFill>
            <a:schemeClr val="accent2">
              <a:hueOff val="903209"/>
              <a:satOff val="-4421"/>
              <a:lumOff val="24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3858AA-DC50-47A4-9850-C67AEC9192E8}">
      <dsp:nvSpPr>
        <dsp:cNvPr id="0" name=""/>
        <dsp:cNvSpPr/>
      </dsp:nvSpPr>
      <dsp:spPr>
        <a:xfrm>
          <a:off x="0" y="3531195"/>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S</a:t>
          </a:r>
          <a:r>
            <a:rPr lang="en-IN" sz="1500" kern="1200"/>
            <a:t>TEP 6:- Take empty lists</a:t>
          </a:r>
          <a:endParaRPr lang="en-US" sz="1500" kern="1200"/>
        </a:p>
      </dsp:txBody>
      <dsp:txXfrm>
        <a:off x="0" y="3531195"/>
        <a:ext cx="6797675" cy="353119"/>
      </dsp:txXfrm>
    </dsp:sp>
    <dsp:sp modelId="{AC312072-B775-4479-BCB1-A3772C29E7E1}">
      <dsp:nvSpPr>
        <dsp:cNvPr id="0" name=""/>
        <dsp:cNvSpPr/>
      </dsp:nvSpPr>
      <dsp:spPr>
        <a:xfrm>
          <a:off x="0" y="3884314"/>
          <a:ext cx="6797675" cy="0"/>
        </a:xfrm>
        <a:prstGeom prst="line">
          <a:avLst/>
        </a:prstGeom>
        <a:solidFill>
          <a:schemeClr val="accent2">
            <a:hueOff val="993530"/>
            <a:satOff val="-4863"/>
            <a:lumOff val="2732"/>
            <a:alphaOff val="0"/>
          </a:schemeClr>
        </a:solidFill>
        <a:ln w="19050" cap="rnd" cmpd="sng" algn="ctr">
          <a:solidFill>
            <a:schemeClr val="accent2">
              <a:hueOff val="993530"/>
              <a:satOff val="-4863"/>
              <a:lumOff val="273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7BFADB-F836-4403-8A5C-525054A6CC9D}">
      <dsp:nvSpPr>
        <dsp:cNvPr id="0" name=""/>
        <dsp:cNvSpPr/>
      </dsp:nvSpPr>
      <dsp:spPr>
        <a:xfrm>
          <a:off x="0" y="3884314"/>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kern="1200"/>
            <a:t>college_name = []</a:t>
          </a:r>
          <a:endParaRPr lang="en-US" sz="1500" kern="1200"/>
        </a:p>
      </dsp:txBody>
      <dsp:txXfrm>
        <a:off x="0" y="3884314"/>
        <a:ext cx="6797675" cy="353119"/>
      </dsp:txXfrm>
    </dsp:sp>
    <dsp:sp modelId="{1BE4E3C2-2FCB-4583-9DA8-415D37B4FDFC}">
      <dsp:nvSpPr>
        <dsp:cNvPr id="0" name=""/>
        <dsp:cNvSpPr/>
      </dsp:nvSpPr>
      <dsp:spPr>
        <a:xfrm>
          <a:off x="0" y="4237434"/>
          <a:ext cx="6797675" cy="0"/>
        </a:xfrm>
        <a:prstGeom prst="line">
          <a:avLst/>
        </a:prstGeom>
        <a:solidFill>
          <a:schemeClr val="accent2">
            <a:hueOff val="1083851"/>
            <a:satOff val="-5306"/>
            <a:lumOff val="2980"/>
            <a:alphaOff val="0"/>
          </a:schemeClr>
        </a:solidFill>
        <a:ln w="19050" cap="rnd" cmpd="sng" algn="ctr">
          <a:solidFill>
            <a:schemeClr val="accent2">
              <a:hueOff val="1083851"/>
              <a:satOff val="-5306"/>
              <a:lumOff val="298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D67904-DACC-44B9-96BA-6A816DBF71ED}">
      <dsp:nvSpPr>
        <dsp:cNvPr id="0" name=""/>
        <dsp:cNvSpPr/>
      </dsp:nvSpPr>
      <dsp:spPr>
        <a:xfrm>
          <a:off x="0" y="4237434"/>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kern="1200"/>
            <a:t>Own = []</a:t>
          </a:r>
          <a:endParaRPr lang="en-US" sz="1500" kern="1200"/>
        </a:p>
      </dsp:txBody>
      <dsp:txXfrm>
        <a:off x="0" y="4237434"/>
        <a:ext cx="6797675" cy="353119"/>
      </dsp:txXfrm>
    </dsp:sp>
    <dsp:sp modelId="{99DF11B3-9875-411D-ADF0-C6FECBCB1151}">
      <dsp:nvSpPr>
        <dsp:cNvPr id="0" name=""/>
        <dsp:cNvSpPr/>
      </dsp:nvSpPr>
      <dsp:spPr>
        <a:xfrm>
          <a:off x="0" y="4590553"/>
          <a:ext cx="6797675" cy="0"/>
        </a:xfrm>
        <a:prstGeom prst="line">
          <a:avLst/>
        </a:prstGeom>
        <a:solidFill>
          <a:schemeClr val="accent2">
            <a:hueOff val="1174172"/>
            <a:satOff val="-5748"/>
            <a:lumOff val="3228"/>
            <a:alphaOff val="0"/>
          </a:schemeClr>
        </a:solidFill>
        <a:ln w="19050" cap="rnd" cmpd="sng" algn="ctr">
          <a:solidFill>
            <a:schemeClr val="accent2">
              <a:hueOff val="1174172"/>
              <a:satOff val="-5748"/>
              <a:lumOff val="322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3EF753-217D-4B4F-91E9-3C1FBDF7E6F6}">
      <dsp:nvSpPr>
        <dsp:cNvPr id="0" name=""/>
        <dsp:cNvSpPr/>
      </dsp:nvSpPr>
      <dsp:spPr>
        <a:xfrm>
          <a:off x="0" y="4590553"/>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kern="1200"/>
            <a:t>Rank = []</a:t>
          </a:r>
          <a:endParaRPr lang="en-US" sz="1500" kern="1200"/>
        </a:p>
      </dsp:txBody>
      <dsp:txXfrm>
        <a:off x="0" y="4590553"/>
        <a:ext cx="6797675" cy="353119"/>
      </dsp:txXfrm>
    </dsp:sp>
    <dsp:sp modelId="{A9DB76E9-9AAC-4593-B4A0-B2E295E0AACD}">
      <dsp:nvSpPr>
        <dsp:cNvPr id="0" name=""/>
        <dsp:cNvSpPr/>
      </dsp:nvSpPr>
      <dsp:spPr>
        <a:xfrm>
          <a:off x="0" y="4943673"/>
          <a:ext cx="6797675" cy="0"/>
        </a:xfrm>
        <a:prstGeom prst="line">
          <a:avLst/>
        </a:prstGeom>
        <a:solidFill>
          <a:schemeClr val="accent2">
            <a:hueOff val="1264493"/>
            <a:satOff val="-6190"/>
            <a:lumOff val="3477"/>
            <a:alphaOff val="0"/>
          </a:schemeClr>
        </a:solidFill>
        <a:ln w="19050" cap="rnd" cmpd="sng" algn="ctr">
          <a:solidFill>
            <a:schemeClr val="accent2">
              <a:hueOff val="1264493"/>
              <a:satOff val="-6190"/>
              <a:lumOff val="347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598EE-ECBB-4A9F-85A1-D3B44797CCB8}">
      <dsp:nvSpPr>
        <dsp:cNvPr id="0" name=""/>
        <dsp:cNvSpPr/>
      </dsp:nvSpPr>
      <dsp:spPr>
        <a:xfrm>
          <a:off x="0" y="4943672"/>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kern="1200"/>
            <a:t>Courses = []</a:t>
          </a:r>
          <a:endParaRPr lang="en-US" sz="1500" kern="1200"/>
        </a:p>
      </dsp:txBody>
      <dsp:txXfrm>
        <a:off x="0" y="4943672"/>
        <a:ext cx="6797675" cy="353119"/>
      </dsp:txXfrm>
    </dsp:sp>
    <dsp:sp modelId="{9C738440-8634-4E29-909B-12B382A9D41A}">
      <dsp:nvSpPr>
        <dsp:cNvPr id="0" name=""/>
        <dsp:cNvSpPr/>
      </dsp:nvSpPr>
      <dsp:spPr>
        <a:xfrm>
          <a:off x="0" y="5296792"/>
          <a:ext cx="6797675"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D7DA3C-4F22-4B5C-AFB0-BB96B57752EB}">
      <dsp:nvSpPr>
        <dsp:cNvPr id="0" name=""/>
        <dsp:cNvSpPr/>
      </dsp:nvSpPr>
      <dsp:spPr>
        <a:xfrm>
          <a:off x="0" y="5296792"/>
          <a:ext cx="6797675" cy="353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kern="1200"/>
            <a:t>Fees = []</a:t>
          </a:r>
          <a:endParaRPr lang="en-US" sz="1500" kern="1200"/>
        </a:p>
      </dsp:txBody>
      <dsp:txXfrm>
        <a:off x="0" y="5296792"/>
        <a:ext cx="6797675" cy="3531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D38956-3B40-4B34-82B7-2C50CC863C4A}">
      <dsp:nvSpPr>
        <dsp:cNvPr id="0" name=""/>
        <dsp:cNvSpPr/>
      </dsp:nvSpPr>
      <dsp:spPr>
        <a:xfrm>
          <a:off x="0" y="2758"/>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16EFB6-6CD6-42AF-98E8-F345EE45DDE8}">
      <dsp:nvSpPr>
        <dsp:cNvPr id="0" name=""/>
        <dsp:cNvSpPr/>
      </dsp:nvSpPr>
      <dsp:spPr>
        <a:xfrm>
          <a:off x="0" y="2758"/>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STEP 7:- Append them in for loop</a:t>
          </a:r>
        </a:p>
      </dsp:txBody>
      <dsp:txXfrm>
        <a:off x="0" y="2758"/>
        <a:ext cx="6797675" cy="470366"/>
      </dsp:txXfrm>
    </dsp:sp>
    <dsp:sp modelId="{48CB7C3E-8739-48C6-8C50-9DF289CEA930}">
      <dsp:nvSpPr>
        <dsp:cNvPr id="0" name=""/>
        <dsp:cNvSpPr/>
      </dsp:nvSpPr>
      <dsp:spPr>
        <a:xfrm>
          <a:off x="0" y="473124"/>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1D8CF5-DB34-4468-8E08-E04960FF1599}">
      <dsp:nvSpPr>
        <dsp:cNvPr id="0" name=""/>
        <dsp:cNvSpPr/>
      </dsp:nvSpPr>
      <dsp:spPr>
        <a:xfrm>
          <a:off x="0" y="473124"/>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0" kern="1200"/>
            <a:t>for college,ownership,ranks,course in zip(collage_name,O,Ranks,ul):</a:t>
          </a:r>
          <a:endParaRPr lang="en-US" sz="1300" kern="1200"/>
        </a:p>
      </dsp:txBody>
      <dsp:txXfrm>
        <a:off x="0" y="473124"/>
        <a:ext cx="6797675" cy="470366"/>
      </dsp:txXfrm>
    </dsp:sp>
    <dsp:sp modelId="{F4CA316C-9CDB-41E4-967E-5234A6BB9406}">
      <dsp:nvSpPr>
        <dsp:cNvPr id="0" name=""/>
        <dsp:cNvSpPr/>
      </dsp:nvSpPr>
      <dsp:spPr>
        <a:xfrm>
          <a:off x="0" y="943491"/>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0E1B82-6754-40FB-9A19-608D21241A68}">
      <dsp:nvSpPr>
        <dsp:cNvPr id="0" name=""/>
        <dsp:cNvSpPr/>
      </dsp:nvSpPr>
      <dsp:spPr>
        <a:xfrm>
          <a:off x="0" y="943491"/>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0" kern="1200"/>
            <a:t>college_name.</a:t>
          </a:r>
          <a:r>
            <a:rPr lang="en-IN" sz="1300" b="1" kern="1200"/>
            <a:t>append</a:t>
          </a:r>
          <a:r>
            <a:rPr lang="en-IN" sz="1300" b="0" kern="1200"/>
            <a:t>(college.text.strip())  </a:t>
          </a:r>
          <a:endParaRPr lang="en-US" sz="1300" kern="1200"/>
        </a:p>
      </dsp:txBody>
      <dsp:txXfrm>
        <a:off x="0" y="943491"/>
        <a:ext cx="6797675" cy="470366"/>
      </dsp:txXfrm>
    </dsp:sp>
    <dsp:sp modelId="{86020EA2-65AB-4F9D-9E04-CC0E55245758}">
      <dsp:nvSpPr>
        <dsp:cNvPr id="0" name=""/>
        <dsp:cNvSpPr/>
      </dsp:nvSpPr>
      <dsp:spPr>
        <a:xfrm>
          <a:off x="0" y="1413857"/>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C9C1A6-D535-4AEB-99FF-E7B916677BF7}">
      <dsp:nvSpPr>
        <dsp:cNvPr id="0" name=""/>
        <dsp:cNvSpPr/>
      </dsp:nvSpPr>
      <dsp:spPr>
        <a:xfrm>
          <a:off x="0" y="1413857"/>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0" kern="1200"/>
            <a:t>Own.</a:t>
          </a:r>
          <a:r>
            <a:rPr lang="en-IN" sz="1300" b="1" kern="1200"/>
            <a:t>append</a:t>
          </a:r>
          <a:r>
            <a:rPr lang="en-IN" sz="1300" b="0" kern="1200"/>
            <a:t>(ownership.text.strip())</a:t>
          </a:r>
          <a:endParaRPr lang="en-US" sz="1300" kern="1200"/>
        </a:p>
      </dsp:txBody>
      <dsp:txXfrm>
        <a:off x="0" y="1413857"/>
        <a:ext cx="6797675" cy="470366"/>
      </dsp:txXfrm>
    </dsp:sp>
    <dsp:sp modelId="{5BEDBCDF-AB23-4755-8968-39F5A3845A9E}">
      <dsp:nvSpPr>
        <dsp:cNvPr id="0" name=""/>
        <dsp:cNvSpPr/>
      </dsp:nvSpPr>
      <dsp:spPr>
        <a:xfrm>
          <a:off x="0" y="1884223"/>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B75234-2FA4-4D71-8AE1-AF35ED418F63}">
      <dsp:nvSpPr>
        <dsp:cNvPr id="0" name=""/>
        <dsp:cNvSpPr/>
      </dsp:nvSpPr>
      <dsp:spPr>
        <a:xfrm>
          <a:off x="0" y="1884223"/>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0" kern="1200"/>
            <a:t>#Rank.append(extract_rank(ranks.text.strip()))</a:t>
          </a:r>
          <a:endParaRPr lang="en-US" sz="1300" kern="1200"/>
        </a:p>
      </dsp:txBody>
      <dsp:txXfrm>
        <a:off x="0" y="1884223"/>
        <a:ext cx="6797675" cy="470366"/>
      </dsp:txXfrm>
    </dsp:sp>
    <dsp:sp modelId="{CC6EE074-A7B3-41A2-A371-650225BF6DD5}">
      <dsp:nvSpPr>
        <dsp:cNvPr id="0" name=""/>
        <dsp:cNvSpPr/>
      </dsp:nvSpPr>
      <dsp:spPr>
        <a:xfrm>
          <a:off x="0" y="2354589"/>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4A1B47-CC30-4B7F-B008-619BFB9623B3}">
      <dsp:nvSpPr>
        <dsp:cNvPr id="0" name=""/>
        <dsp:cNvSpPr/>
      </dsp:nvSpPr>
      <dsp:spPr>
        <a:xfrm>
          <a:off x="0" y="2354589"/>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0" kern="1200"/>
            <a:t>Rank.</a:t>
          </a:r>
          <a:r>
            <a:rPr lang="en-IN" sz="1300" b="1" kern="1200"/>
            <a:t>append</a:t>
          </a:r>
          <a:r>
            <a:rPr lang="en-IN" sz="1300" b="0" kern="1200"/>
            <a:t>(</a:t>
          </a:r>
          <a:r>
            <a:rPr lang="en-IN" sz="1300" b="1" kern="1200"/>
            <a:t>extract_rank</a:t>
          </a:r>
          <a:r>
            <a:rPr lang="en-IN" sz="1300" b="0" kern="1200"/>
            <a:t>(ranks.text.strip()))</a:t>
          </a:r>
          <a:endParaRPr lang="en-US" sz="1300" kern="1200"/>
        </a:p>
      </dsp:txBody>
      <dsp:txXfrm>
        <a:off x="0" y="2354589"/>
        <a:ext cx="6797675" cy="470366"/>
      </dsp:txXfrm>
    </dsp:sp>
    <dsp:sp modelId="{01B56969-37D2-4923-86A1-4ADF739FBEC3}">
      <dsp:nvSpPr>
        <dsp:cNvPr id="0" name=""/>
        <dsp:cNvSpPr/>
      </dsp:nvSpPr>
      <dsp:spPr>
        <a:xfrm>
          <a:off x="0" y="2824956"/>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D8FEF5-2BAF-4535-A2EF-5DDBA9018187}">
      <dsp:nvSpPr>
        <dsp:cNvPr id="0" name=""/>
        <dsp:cNvSpPr/>
      </dsp:nvSpPr>
      <dsp:spPr>
        <a:xfrm>
          <a:off x="0" y="2824956"/>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0" kern="1200"/>
            <a:t>Courses.</a:t>
          </a:r>
          <a:r>
            <a:rPr lang="en-IN" sz="1300" b="1" kern="1200"/>
            <a:t>append</a:t>
          </a:r>
          <a:r>
            <a:rPr lang="en-IN" sz="1300" b="0" kern="1200"/>
            <a:t>(course.text.strip())</a:t>
          </a:r>
          <a:endParaRPr lang="en-US" sz="1300" kern="1200"/>
        </a:p>
      </dsp:txBody>
      <dsp:txXfrm>
        <a:off x="0" y="2824956"/>
        <a:ext cx="6797675" cy="470366"/>
      </dsp:txXfrm>
    </dsp:sp>
    <dsp:sp modelId="{3C26EE52-175D-49E2-834F-6D0F1E526C75}">
      <dsp:nvSpPr>
        <dsp:cNvPr id="0" name=""/>
        <dsp:cNvSpPr/>
      </dsp:nvSpPr>
      <dsp:spPr>
        <a:xfrm>
          <a:off x="0" y="3295322"/>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AE5585-0B60-4551-A1D4-F4D05F074946}">
      <dsp:nvSpPr>
        <dsp:cNvPr id="0" name=""/>
        <dsp:cNvSpPr/>
      </dsp:nvSpPr>
      <dsp:spPr>
        <a:xfrm>
          <a:off x="0" y="3295322"/>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0" kern="1200" dirty="0" err="1"/>
            <a:t>Fees.</a:t>
          </a:r>
          <a:r>
            <a:rPr lang="en-IN" sz="1300" b="1" kern="1200" dirty="0" err="1"/>
            <a:t>append</a:t>
          </a:r>
          <a:r>
            <a:rPr lang="en-IN" sz="1300" b="0" kern="1200" dirty="0"/>
            <a:t>(</a:t>
          </a:r>
          <a:r>
            <a:rPr lang="en-IN" sz="1300" b="1" kern="1200" dirty="0" err="1"/>
            <a:t>extract_fees</a:t>
          </a:r>
          <a:r>
            <a:rPr lang="en-IN" sz="1300" b="0" kern="1200" dirty="0"/>
            <a:t>(</a:t>
          </a:r>
          <a:r>
            <a:rPr lang="en-IN" sz="1300" b="0" kern="1200" dirty="0" err="1"/>
            <a:t>course.text.strip</a:t>
          </a:r>
          <a:r>
            <a:rPr lang="en-IN" sz="1300" b="0" kern="1200" dirty="0"/>
            <a:t>()))</a:t>
          </a:r>
          <a:endParaRPr lang="en-US" sz="1300" kern="1200" dirty="0"/>
        </a:p>
      </dsp:txBody>
      <dsp:txXfrm>
        <a:off x="0" y="3295322"/>
        <a:ext cx="6797675" cy="470366"/>
      </dsp:txXfrm>
    </dsp:sp>
    <dsp:sp modelId="{557A2252-A44A-4E76-B77D-D1545B221E6E}">
      <dsp:nvSpPr>
        <dsp:cNvPr id="0" name=""/>
        <dsp:cNvSpPr/>
      </dsp:nvSpPr>
      <dsp:spPr>
        <a:xfrm>
          <a:off x="0" y="3765688"/>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EFDB5C-4419-4FE7-B483-9DCE4738245B}">
      <dsp:nvSpPr>
        <dsp:cNvPr id="0" name=""/>
        <dsp:cNvSpPr/>
      </dsp:nvSpPr>
      <dsp:spPr>
        <a:xfrm>
          <a:off x="0" y="3765688"/>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endParaRPr lang="en-US" sz="1300" kern="1200" dirty="0"/>
        </a:p>
      </dsp:txBody>
      <dsp:txXfrm>
        <a:off x="0" y="3765688"/>
        <a:ext cx="6797675" cy="470366"/>
      </dsp:txXfrm>
    </dsp:sp>
    <dsp:sp modelId="{7462947E-D907-4D48-8C8A-99B2C97889A0}">
      <dsp:nvSpPr>
        <dsp:cNvPr id="0" name=""/>
        <dsp:cNvSpPr/>
      </dsp:nvSpPr>
      <dsp:spPr>
        <a:xfrm>
          <a:off x="0" y="4236054"/>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185EEF-EF7C-4144-B25D-D201E74812D3}">
      <dsp:nvSpPr>
        <dsp:cNvPr id="0" name=""/>
        <dsp:cNvSpPr/>
      </dsp:nvSpPr>
      <dsp:spPr>
        <a:xfrm>
          <a:off x="0" y="4236054"/>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STEP 8:- converting them into Dictionary</a:t>
          </a:r>
        </a:p>
      </dsp:txBody>
      <dsp:txXfrm>
        <a:off x="0" y="4236054"/>
        <a:ext cx="6797675" cy="470366"/>
      </dsp:txXfrm>
    </dsp:sp>
    <dsp:sp modelId="{78680729-582E-4B37-96E3-59FC5263FBD4}">
      <dsp:nvSpPr>
        <dsp:cNvPr id="0" name=""/>
        <dsp:cNvSpPr/>
      </dsp:nvSpPr>
      <dsp:spPr>
        <a:xfrm>
          <a:off x="0" y="4706420"/>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4E0E3A-7EC9-4A32-B071-08936ED3FAD6}">
      <dsp:nvSpPr>
        <dsp:cNvPr id="0" name=""/>
        <dsp:cNvSpPr/>
      </dsp:nvSpPr>
      <dsp:spPr>
        <a:xfrm>
          <a:off x="0" y="4706420"/>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kern="1200"/>
            <a:t>Data = pd.DataFrame({"NIRF_Rank":Rank,"College": college_name,"Ownership":Own,"Courses":Courses,"FEE":Fees})</a:t>
          </a:r>
          <a:endParaRPr lang="en-US" sz="1300" kern="1200"/>
        </a:p>
      </dsp:txBody>
      <dsp:txXfrm>
        <a:off x="0" y="4706420"/>
        <a:ext cx="6797675" cy="470366"/>
      </dsp:txXfrm>
    </dsp:sp>
    <dsp:sp modelId="{771F5B99-00BC-4EE4-80AC-DC685E89230C}">
      <dsp:nvSpPr>
        <dsp:cNvPr id="0" name=""/>
        <dsp:cNvSpPr/>
      </dsp:nvSpPr>
      <dsp:spPr>
        <a:xfrm>
          <a:off x="0" y="5176787"/>
          <a:ext cx="679767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0B68DA-6CB1-477D-9C92-E91FD20C6A49}">
      <dsp:nvSpPr>
        <dsp:cNvPr id="0" name=""/>
        <dsp:cNvSpPr/>
      </dsp:nvSpPr>
      <dsp:spPr>
        <a:xfrm>
          <a:off x="0" y="5176787"/>
          <a:ext cx="6797675"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b="0" kern="1200"/>
            <a:t>print(</a:t>
          </a:r>
          <a:r>
            <a:rPr lang="en-IN" sz="1300" kern="1200"/>
            <a:t>D</a:t>
          </a:r>
          <a:r>
            <a:rPr lang="en-IN" sz="1300" b="0" kern="1200"/>
            <a:t>ata)</a:t>
          </a:r>
          <a:endParaRPr lang="en-US" sz="1300" kern="1200"/>
        </a:p>
      </dsp:txBody>
      <dsp:txXfrm>
        <a:off x="0" y="5176787"/>
        <a:ext cx="6797675" cy="4703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F444E-3AC5-4821-AD1C-F68D8E2CDA02}">
      <dsp:nvSpPr>
        <dsp:cNvPr id="0" name=""/>
        <dsp:cNvSpPr/>
      </dsp:nvSpPr>
      <dsp:spPr>
        <a:xfrm>
          <a:off x="0" y="689"/>
          <a:ext cx="67976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4CC8E2-D7A2-4AE2-BCF2-D1687E9852EE}">
      <dsp:nvSpPr>
        <dsp:cNvPr id="0" name=""/>
        <dsp:cNvSpPr/>
      </dsp:nvSpPr>
      <dsp:spPr>
        <a:xfrm>
          <a:off x="0" y="68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1.Import Data:</a:t>
          </a:r>
          <a:endParaRPr lang="en-US" sz="1300" kern="1200" dirty="0"/>
        </a:p>
      </dsp:txBody>
      <dsp:txXfrm>
        <a:off x="0" y="689"/>
        <a:ext cx="6797675" cy="564853"/>
      </dsp:txXfrm>
    </dsp:sp>
    <dsp:sp modelId="{C6CFDE91-09D1-4A9C-9CED-947628572C45}">
      <dsp:nvSpPr>
        <dsp:cNvPr id="0" name=""/>
        <dsp:cNvSpPr/>
      </dsp:nvSpPr>
      <dsp:spPr>
        <a:xfrm>
          <a:off x="0" y="565542"/>
          <a:ext cx="6797675"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6D8653-87C8-4191-9735-B6622813A7D0}">
      <dsp:nvSpPr>
        <dsp:cNvPr id="0" name=""/>
        <dsp:cNvSpPr/>
      </dsp:nvSpPr>
      <dsp:spPr>
        <a:xfrm>
          <a:off x="0" y="56554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Load Data:</a:t>
          </a:r>
          <a:r>
            <a:rPr lang="en-US" sz="1300" kern="1200" dirty="0"/>
            <a:t> Import datasets related to engineering colleges from sources like Excel, CSV files, or SQL databases into Tableau.</a:t>
          </a:r>
        </a:p>
      </dsp:txBody>
      <dsp:txXfrm>
        <a:off x="0" y="565542"/>
        <a:ext cx="6797675" cy="564853"/>
      </dsp:txXfrm>
    </dsp:sp>
    <dsp:sp modelId="{E1B7E0BD-0819-410D-812C-BDE6357D15C2}">
      <dsp:nvSpPr>
        <dsp:cNvPr id="0" name=""/>
        <dsp:cNvSpPr/>
      </dsp:nvSpPr>
      <dsp:spPr>
        <a:xfrm>
          <a:off x="0" y="1130396"/>
          <a:ext cx="6797675" cy="0"/>
        </a:xfrm>
        <a:prstGeom prst="line">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CBE486-48C1-4858-BA1D-9CCA461E55C0}">
      <dsp:nvSpPr>
        <dsp:cNvPr id="0" name=""/>
        <dsp:cNvSpPr/>
      </dsp:nvSpPr>
      <dsp:spPr>
        <a:xfrm>
          <a:off x="0" y="1130396"/>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t>Data Preview:</a:t>
          </a:r>
          <a:r>
            <a:rPr lang="en-US" sz="1300" kern="1200" dirty="0"/>
            <a:t> Review the dataset in Tableau to understand its structure, including columns such as college name, location, fees, ratings, and courses offered.</a:t>
          </a:r>
        </a:p>
      </dsp:txBody>
      <dsp:txXfrm>
        <a:off x="0" y="1130396"/>
        <a:ext cx="6797675" cy="564853"/>
      </dsp:txXfrm>
    </dsp:sp>
    <dsp:sp modelId="{9476C4DE-CF79-456F-B881-A9BD6142A73E}">
      <dsp:nvSpPr>
        <dsp:cNvPr id="0" name=""/>
        <dsp:cNvSpPr/>
      </dsp:nvSpPr>
      <dsp:spPr>
        <a:xfrm>
          <a:off x="0" y="1695249"/>
          <a:ext cx="6797675" cy="0"/>
        </a:xfrm>
        <a:prstGeom prst="line">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F5F11E-9B15-45D4-B872-889A24868748}">
      <dsp:nvSpPr>
        <dsp:cNvPr id="0" name=""/>
        <dsp:cNvSpPr/>
      </dsp:nvSpPr>
      <dsp:spPr>
        <a:xfrm>
          <a:off x="0" y="169524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endParaRPr lang="en-US" sz="1300" kern="1200" dirty="0"/>
        </a:p>
      </dsp:txBody>
      <dsp:txXfrm>
        <a:off x="0" y="1695249"/>
        <a:ext cx="6797675" cy="564853"/>
      </dsp:txXfrm>
    </dsp:sp>
    <dsp:sp modelId="{3990CF45-A1D0-4118-8131-05E0056C73AA}">
      <dsp:nvSpPr>
        <dsp:cNvPr id="0" name=""/>
        <dsp:cNvSpPr/>
      </dsp:nvSpPr>
      <dsp:spPr>
        <a:xfrm>
          <a:off x="0" y="2260102"/>
          <a:ext cx="6797675" cy="0"/>
        </a:xfrm>
        <a:prstGeom prst="line">
          <a:avLst/>
        </a:prstGeom>
        <a:solidFill>
          <a:schemeClr val="accent6">
            <a:hueOff val="0"/>
            <a:satOff val="0"/>
            <a:lumOff val="0"/>
            <a:alphaOff val="0"/>
          </a:schemeClr>
        </a:solidFill>
        <a:ln w="19050"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7CB622-F842-47BF-BB5A-85BFF23CB1AF}">
      <dsp:nvSpPr>
        <dsp:cNvPr id="0" name=""/>
        <dsp:cNvSpPr/>
      </dsp:nvSpPr>
      <dsp:spPr>
        <a:xfrm>
          <a:off x="0" y="226010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a:t>2. Data Cleaning</a:t>
          </a:r>
          <a:endParaRPr lang="en-US" sz="1300" kern="1200"/>
        </a:p>
      </dsp:txBody>
      <dsp:txXfrm>
        <a:off x="0" y="2260102"/>
        <a:ext cx="6797675" cy="564853"/>
      </dsp:txXfrm>
    </dsp:sp>
    <dsp:sp modelId="{B61E24C1-6082-4939-AEA1-FA7D7E75A061}">
      <dsp:nvSpPr>
        <dsp:cNvPr id="0" name=""/>
        <dsp:cNvSpPr/>
      </dsp:nvSpPr>
      <dsp:spPr>
        <a:xfrm>
          <a:off x="0" y="2824956"/>
          <a:ext cx="67976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029695-2C8E-4D5F-A666-D53ED0148895}">
      <dsp:nvSpPr>
        <dsp:cNvPr id="0" name=""/>
        <dsp:cNvSpPr/>
      </dsp:nvSpPr>
      <dsp:spPr>
        <a:xfrm>
          <a:off x="0" y="2824956"/>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i="0" kern="1200" baseline="0"/>
            <a:t>Remove Duplicates:</a:t>
          </a:r>
          <a:r>
            <a:rPr lang="en-US" sz="1300" b="0" i="0" kern="1200" baseline="0"/>
            <a:t> Eliminate any duplicate entries to ensure the dataset's integrity.</a:t>
          </a:r>
          <a:endParaRPr lang="en-US" sz="1300" kern="1200"/>
        </a:p>
      </dsp:txBody>
      <dsp:txXfrm>
        <a:off x="0" y="2824956"/>
        <a:ext cx="6797675" cy="564853"/>
      </dsp:txXfrm>
    </dsp:sp>
    <dsp:sp modelId="{F362AA86-778B-4B3A-920D-96D541CC3AA1}">
      <dsp:nvSpPr>
        <dsp:cNvPr id="0" name=""/>
        <dsp:cNvSpPr/>
      </dsp:nvSpPr>
      <dsp:spPr>
        <a:xfrm>
          <a:off x="0" y="3389809"/>
          <a:ext cx="6797675"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1F0069-7339-4715-A79E-8ADA2D580297}">
      <dsp:nvSpPr>
        <dsp:cNvPr id="0" name=""/>
        <dsp:cNvSpPr/>
      </dsp:nvSpPr>
      <dsp:spPr>
        <a:xfrm>
          <a:off x="0" y="338980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i="0" kern="1200" baseline="0"/>
            <a:t>Handle Missing Values:</a:t>
          </a:r>
          <a:endParaRPr lang="en-US" sz="1300" kern="1200"/>
        </a:p>
      </dsp:txBody>
      <dsp:txXfrm>
        <a:off x="0" y="3389809"/>
        <a:ext cx="6797675" cy="564853"/>
      </dsp:txXfrm>
    </dsp:sp>
    <dsp:sp modelId="{17D2796B-AEBA-49AF-B4BD-BC37FEF0CD26}">
      <dsp:nvSpPr>
        <dsp:cNvPr id="0" name=""/>
        <dsp:cNvSpPr/>
      </dsp:nvSpPr>
      <dsp:spPr>
        <a:xfrm>
          <a:off x="0" y="3954662"/>
          <a:ext cx="6797675" cy="0"/>
        </a:xfrm>
        <a:prstGeom prst="line">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3452EB-DFD1-424A-AF5C-122BDD78FAF7}">
      <dsp:nvSpPr>
        <dsp:cNvPr id="0" name=""/>
        <dsp:cNvSpPr/>
      </dsp:nvSpPr>
      <dsp:spPr>
        <a:xfrm>
          <a:off x="0" y="395466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i="0" kern="1200" baseline="0"/>
            <a:t>Remove Rows:</a:t>
          </a:r>
          <a:r>
            <a:rPr lang="en-US" sz="1300" b="0" i="0" kern="1200" baseline="0"/>
            <a:t> If null values are minimal, consider excluding rows with missing data.</a:t>
          </a:r>
          <a:endParaRPr lang="en-US" sz="1300" kern="1200"/>
        </a:p>
      </dsp:txBody>
      <dsp:txXfrm>
        <a:off x="0" y="3954662"/>
        <a:ext cx="6797675" cy="564853"/>
      </dsp:txXfrm>
    </dsp:sp>
    <dsp:sp modelId="{75061639-09B3-4ABC-A43C-F8A9C8330FDB}">
      <dsp:nvSpPr>
        <dsp:cNvPr id="0" name=""/>
        <dsp:cNvSpPr/>
      </dsp:nvSpPr>
      <dsp:spPr>
        <a:xfrm>
          <a:off x="0" y="4519515"/>
          <a:ext cx="6797675" cy="0"/>
        </a:xfrm>
        <a:prstGeom prst="line">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EB39FF-2424-40B8-A785-88DE8865D2A8}">
      <dsp:nvSpPr>
        <dsp:cNvPr id="0" name=""/>
        <dsp:cNvSpPr/>
      </dsp:nvSpPr>
      <dsp:spPr>
        <a:xfrm>
          <a:off x="0" y="4519515"/>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i="0" kern="1200" baseline="0"/>
            <a:t>Replace Values:</a:t>
          </a:r>
          <a:r>
            <a:rPr lang="en-US" sz="1300" b="0" i="0" kern="1200" baseline="0"/>
            <a:t> Fill missing fields using mean, median, or default values to maintain consistency.</a:t>
          </a:r>
          <a:endParaRPr lang="en-US" sz="1300" kern="1200"/>
        </a:p>
      </dsp:txBody>
      <dsp:txXfrm>
        <a:off x="0" y="4519515"/>
        <a:ext cx="6797675" cy="564853"/>
      </dsp:txXfrm>
    </dsp:sp>
    <dsp:sp modelId="{A26C8B36-C1E2-40EC-AD5A-5C10D4250A06}">
      <dsp:nvSpPr>
        <dsp:cNvPr id="0" name=""/>
        <dsp:cNvSpPr/>
      </dsp:nvSpPr>
      <dsp:spPr>
        <a:xfrm>
          <a:off x="0" y="5084369"/>
          <a:ext cx="6797675" cy="0"/>
        </a:xfrm>
        <a:prstGeom prst="line">
          <a:avLst/>
        </a:prstGeom>
        <a:solidFill>
          <a:schemeClr val="accent6">
            <a:hueOff val="0"/>
            <a:satOff val="0"/>
            <a:lumOff val="0"/>
            <a:alphaOff val="0"/>
          </a:schemeClr>
        </a:solidFill>
        <a:ln w="19050"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07BE30-0D47-45A2-BD41-999558543239}">
      <dsp:nvSpPr>
        <dsp:cNvPr id="0" name=""/>
        <dsp:cNvSpPr/>
      </dsp:nvSpPr>
      <dsp:spPr>
        <a:xfrm>
          <a:off x="0" y="508436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i="0" kern="1200" baseline="0"/>
            <a:t>Correct Errors:</a:t>
          </a:r>
          <a:r>
            <a:rPr lang="en-US" sz="1300" b="0" i="0" kern="1200" baseline="0"/>
            <a:t> Rectify incorrect data entries or typos to enhance accuracy. </a:t>
          </a:r>
          <a:endParaRPr lang="en-US" sz="1300" kern="1200"/>
        </a:p>
      </dsp:txBody>
      <dsp:txXfrm>
        <a:off x="0" y="5084369"/>
        <a:ext cx="6797675" cy="56485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6FC607-C475-4BD0-80A0-FBAA77E45E50}">
      <dsp:nvSpPr>
        <dsp:cNvPr id="0" name=""/>
        <dsp:cNvSpPr/>
      </dsp:nvSpPr>
      <dsp:spPr>
        <a:xfrm>
          <a:off x="0" y="2758"/>
          <a:ext cx="67976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B5FFB7-260E-41BF-9B16-6011CA1492EC}">
      <dsp:nvSpPr>
        <dsp:cNvPr id="0" name=""/>
        <dsp:cNvSpPr/>
      </dsp:nvSpPr>
      <dsp:spPr>
        <a:xfrm>
          <a:off x="0" y="2758"/>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3. Data Transformation:</a:t>
          </a:r>
          <a:endParaRPr lang="en-US" sz="1700" kern="1200"/>
        </a:p>
      </dsp:txBody>
      <dsp:txXfrm>
        <a:off x="0" y="2758"/>
        <a:ext cx="6797675" cy="940732"/>
      </dsp:txXfrm>
    </dsp:sp>
    <dsp:sp modelId="{897E1DF5-F9CD-404C-A23D-E3831527F984}">
      <dsp:nvSpPr>
        <dsp:cNvPr id="0" name=""/>
        <dsp:cNvSpPr/>
      </dsp:nvSpPr>
      <dsp:spPr>
        <a:xfrm>
          <a:off x="0" y="943491"/>
          <a:ext cx="6797675" cy="0"/>
        </a:xfrm>
        <a:prstGeom prst="line">
          <a:avLst/>
        </a:prstGeom>
        <a:solidFill>
          <a:schemeClr val="accent2">
            <a:hueOff val="270963"/>
            <a:satOff val="-1326"/>
            <a:lumOff val="745"/>
            <a:alphaOff val="0"/>
          </a:schemeClr>
        </a:solidFill>
        <a:ln w="19050" cap="rnd" cmpd="sng" algn="ctr">
          <a:solidFill>
            <a:schemeClr val="accent2">
              <a:hueOff val="270963"/>
              <a:satOff val="-1326"/>
              <a:lumOff val="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C3F63E-8B8C-4EDA-924B-92411641D042}">
      <dsp:nvSpPr>
        <dsp:cNvPr id="0" name=""/>
        <dsp:cNvSpPr/>
      </dsp:nvSpPr>
      <dsp:spPr>
        <a:xfrm>
          <a:off x="0" y="943491"/>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i="0" kern="1200" baseline="0"/>
            <a:t>Change Data Types:</a:t>
          </a:r>
          <a:r>
            <a:rPr lang="en-US" sz="1700" b="0" i="0" kern="1200" baseline="0"/>
            <a:t> Update data types where necessary (e.g., ensuring numerical values for fees or ratings).</a:t>
          </a:r>
          <a:endParaRPr lang="en-US" sz="1700" kern="1200"/>
        </a:p>
      </dsp:txBody>
      <dsp:txXfrm>
        <a:off x="0" y="943491"/>
        <a:ext cx="6797675" cy="940732"/>
      </dsp:txXfrm>
    </dsp:sp>
    <dsp:sp modelId="{30D92AB1-460C-4E65-8F92-65A434AB3C00}">
      <dsp:nvSpPr>
        <dsp:cNvPr id="0" name=""/>
        <dsp:cNvSpPr/>
      </dsp:nvSpPr>
      <dsp:spPr>
        <a:xfrm>
          <a:off x="0" y="1884223"/>
          <a:ext cx="6797675" cy="0"/>
        </a:xfrm>
        <a:prstGeom prst="line">
          <a:avLst/>
        </a:prstGeom>
        <a:solidFill>
          <a:schemeClr val="accent2">
            <a:hueOff val="541926"/>
            <a:satOff val="-2653"/>
            <a:lumOff val="1490"/>
            <a:alphaOff val="0"/>
          </a:schemeClr>
        </a:solidFill>
        <a:ln w="19050" cap="rnd" cmpd="sng" algn="ctr">
          <a:solidFill>
            <a:schemeClr val="accent2">
              <a:hueOff val="541926"/>
              <a:satOff val="-2653"/>
              <a:lumOff val="1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03BAAC-78E1-4E5E-89A6-589C16C6AB22}">
      <dsp:nvSpPr>
        <dsp:cNvPr id="0" name=""/>
        <dsp:cNvSpPr/>
      </dsp:nvSpPr>
      <dsp:spPr>
        <a:xfrm>
          <a:off x="0" y="1884223"/>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i="0" kern="1200" baseline="0"/>
            <a:t>Rename Columns:</a:t>
          </a:r>
          <a:r>
            <a:rPr lang="en-US" sz="1700" b="0" i="0" kern="1200" baseline="0"/>
            <a:t> Assign meaningful column names to improve readability and align with the analysis objectives. </a:t>
          </a:r>
          <a:endParaRPr lang="en-US" sz="1700" kern="1200"/>
        </a:p>
      </dsp:txBody>
      <dsp:txXfrm>
        <a:off x="0" y="1884223"/>
        <a:ext cx="6797675" cy="940732"/>
      </dsp:txXfrm>
    </dsp:sp>
    <dsp:sp modelId="{C2093BAA-5CBC-4752-9986-D135BBBEBFA1}">
      <dsp:nvSpPr>
        <dsp:cNvPr id="0" name=""/>
        <dsp:cNvSpPr/>
      </dsp:nvSpPr>
      <dsp:spPr>
        <a:xfrm>
          <a:off x="0" y="2824955"/>
          <a:ext cx="6797675" cy="0"/>
        </a:xfrm>
        <a:prstGeom prst="line">
          <a:avLst/>
        </a:prstGeom>
        <a:solidFill>
          <a:schemeClr val="accent2">
            <a:hueOff val="812888"/>
            <a:satOff val="-3979"/>
            <a:lumOff val="2235"/>
            <a:alphaOff val="0"/>
          </a:schemeClr>
        </a:solidFill>
        <a:ln w="19050" cap="rnd" cmpd="sng" algn="ctr">
          <a:solidFill>
            <a:schemeClr val="accent2">
              <a:hueOff val="812888"/>
              <a:satOff val="-3979"/>
              <a:lumOff val="223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54C457-69BC-47B1-9EC5-6697B396E31E}">
      <dsp:nvSpPr>
        <dsp:cNvPr id="0" name=""/>
        <dsp:cNvSpPr/>
      </dsp:nvSpPr>
      <dsp:spPr>
        <a:xfrm>
          <a:off x="0" y="2824956"/>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4.Data Visualization:</a:t>
          </a:r>
          <a:endParaRPr lang="en-US" sz="1700" kern="1200"/>
        </a:p>
      </dsp:txBody>
      <dsp:txXfrm>
        <a:off x="0" y="2824956"/>
        <a:ext cx="6797675" cy="940732"/>
      </dsp:txXfrm>
    </dsp:sp>
    <dsp:sp modelId="{CB35D513-55BF-48FA-A8CA-E73846C078F5}">
      <dsp:nvSpPr>
        <dsp:cNvPr id="0" name=""/>
        <dsp:cNvSpPr/>
      </dsp:nvSpPr>
      <dsp:spPr>
        <a:xfrm>
          <a:off x="0" y="3765688"/>
          <a:ext cx="6797675" cy="0"/>
        </a:xfrm>
        <a:prstGeom prst="line">
          <a:avLst/>
        </a:prstGeom>
        <a:solidFill>
          <a:schemeClr val="accent2">
            <a:hueOff val="1083851"/>
            <a:satOff val="-5306"/>
            <a:lumOff val="2980"/>
            <a:alphaOff val="0"/>
          </a:schemeClr>
        </a:solidFill>
        <a:ln w="19050" cap="rnd" cmpd="sng" algn="ctr">
          <a:solidFill>
            <a:schemeClr val="accent2">
              <a:hueOff val="1083851"/>
              <a:satOff val="-5306"/>
              <a:lumOff val="298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6194AD-950E-4230-9C56-1E7C6F626CD9}">
      <dsp:nvSpPr>
        <dsp:cNvPr id="0" name=""/>
        <dsp:cNvSpPr/>
      </dsp:nvSpPr>
      <dsp:spPr>
        <a:xfrm>
          <a:off x="0" y="3765688"/>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Leverage Tableau's features to create visualizations such as bar charts, heatmaps, and scatter plots to analyze trends, fee structures, and course popularity among engineering colleges.</a:t>
          </a:r>
        </a:p>
      </dsp:txBody>
      <dsp:txXfrm>
        <a:off x="0" y="3765688"/>
        <a:ext cx="6797675" cy="940732"/>
      </dsp:txXfrm>
    </dsp:sp>
    <dsp:sp modelId="{37A9E9F0-89F3-431E-A9E3-A1E87C52053B}">
      <dsp:nvSpPr>
        <dsp:cNvPr id="0" name=""/>
        <dsp:cNvSpPr/>
      </dsp:nvSpPr>
      <dsp:spPr>
        <a:xfrm>
          <a:off x="0" y="4706420"/>
          <a:ext cx="6797675"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BF30C5-0115-488B-A90C-9C5BD510F6B8}">
      <dsp:nvSpPr>
        <dsp:cNvPr id="0" name=""/>
        <dsp:cNvSpPr/>
      </dsp:nvSpPr>
      <dsp:spPr>
        <a:xfrm>
          <a:off x="0" y="4706420"/>
          <a:ext cx="6797675"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Customize dashboards for an intuitive understanding of insights.</a:t>
          </a:r>
        </a:p>
      </dsp:txBody>
      <dsp:txXfrm>
        <a:off x="0" y="4706420"/>
        <a:ext cx="6797675" cy="94073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A6FE7-F4D5-4284-BE49-4C539F201E62}">
      <dsp:nvSpPr>
        <dsp:cNvPr id="0" name=""/>
        <dsp:cNvSpPr/>
      </dsp:nvSpPr>
      <dsp:spPr>
        <a:xfrm>
          <a:off x="0" y="689"/>
          <a:ext cx="67976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EF7164-4682-4D18-906B-15593D5BE4B6}">
      <dsp:nvSpPr>
        <dsp:cNvPr id="0" name=""/>
        <dsp:cNvSpPr/>
      </dsp:nvSpPr>
      <dsp:spPr>
        <a:xfrm>
          <a:off x="0" y="689"/>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a:t>4. Filtering and Sorting</a:t>
          </a:r>
          <a:endParaRPr lang="en-US" sz="1500" kern="1200"/>
        </a:p>
      </dsp:txBody>
      <dsp:txXfrm>
        <a:off x="0" y="689"/>
        <a:ext cx="6797675" cy="1129706"/>
      </dsp:txXfrm>
    </dsp:sp>
    <dsp:sp modelId="{868D7717-6AC6-418E-AF3E-D166E1C13D3B}">
      <dsp:nvSpPr>
        <dsp:cNvPr id="0" name=""/>
        <dsp:cNvSpPr/>
      </dsp:nvSpPr>
      <dsp:spPr>
        <a:xfrm>
          <a:off x="0" y="1130396"/>
          <a:ext cx="6797675" cy="0"/>
        </a:xfrm>
        <a:prstGeom prst="line">
          <a:avLst/>
        </a:prstGeom>
        <a:solidFill>
          <a:schemeClr val="accent2">
            <a:hueOff val="338703"/>
            <a:satOff val="-1658"/>
            <a:lumOff val="931"/>
            <a:alphaOff val="0"/>
          </a:schemeClr>
        </a:solidFill>
        <a:ln w="19050" cap="rnd" cmpd="sng" algn="ctr">
          <a:solidFill>
            <a:schemeClr val="accent2">
              <a:hueOff val="338703"/>
              <a:satOff val="-1658"/>
              <a:lumOff val="93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FAFBC8-1A82-4FFD-B148-10EB8B2A09DA}">
      <dsp:nvSpPr>
        <dsp:cNvPr id="0" name=""/>
        <dsp:cNvSpPr/>
      </dsp:nvSpPr>
      <dsp:spPr>
        <a:xfrm>
          <a:off x="0" y="1130396"/>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a:t>Filter Rows:</a:t>
          </a:r>
          <a:br>
            <a:rPr lang="en-US" sz="1500" kern="1200"/>
          </a:br>
          <a:r>
            <a:rPr lang="en-US" sz="1500" kern="1200"/>
            <a:t>Use Tableau’s filter options to eliminate unnecessary data, such as colleges outside specific locations or fees beyond a certain range. This step ensures the dataset focuses on relevant information for analysis.</a:t>
          </a:r>
        </a:p>
      </dsp:txBody>
      <dsp:txXfrm>
        <a:off x="0" y="1130396"/>
        <a:ext cx="6797675" cy="1129706"/>
      </dsp:txXfrm>
    </dsp:sp>
    <dsp:sp modelId="{2A864111-4AAA-4740-903B-FA94FBB1591C}">
      <dsp:nvSpPr>
        <dsp:cNvPr id="0" name=""/>
        <dsp:cNvSpPr/>
      </dsp:nvSpPr>
      <dsp:spPr>
        <a:xfrm>
          <a:off x="0" y="2260102"/>
          <a:ext cx="6797675" cy="0"/>
        </a:xfrm>
        <a:prstGeom prst="line">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ACDA69-AFA1-47A4-A2DE-EEC22D9B2E57}">
      <dsp:nvSpPr>
        <dsp:cNvPr id="0" name=""/>
        <dsp:cNvSpPr/>
      </dsp:nvSpPr>
      <dsp:spPr>
        <a:xfrm>
          <a:off x="0" y="2260102"/>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a:t>Sort Data:</a:t>
          </a:r>
          <a:br>
            <a:rPr lang="en-US" sz="1500" kern="1200"/>
          </a:br>
          <a:r>
            <a:rPr lang="en-US" sz="1500" kern="1200"/>
            <a:t>Organize data by columns, such as ranking colleges based on ratings or arranging them by fee structure, to make the dataset more insightful and structured.</a:t>
          </a:r>
        </a:p>
      </dsp:txBody>
      <dsp:txXfrm>
        <a:off x="0" y="2260102"/>
        <a:ext cx="6797675" cy="1129706"/>
      </dsp:txXfrm>
    </dsp:sp>
    <dsp:sp modelId="{C289078A-66DB-415F-975C-1699A04BB111}">
      <dsp:nvSpPr>
        <dsp:cNvPr id="0" name=""/>
        <dsp:cNvSpPr/>
      </dsp:nvSpPr>
      <dsp:spPr>
        <a:xfrm>
          <a:off x="0" y="3389809"/>
          <a:ext cx="6797675" cy="0"/>
        </a:xfrm>
        <a:prstGeom prst="line">
          <a:avLst/>
        </a:prstGeom>
        <a:solidFill>
          <a:schemeClr val="accent2">
            <a:hueOff val="1016110"/>
            <a:satOff val="-4974"/>
            <a:lumOff val="2794"/>
            <a:alphaOff val="0"/>
          </a:schemeClr>
        </a:solidFill>
        <a:ln w="19050" cap="rnd" cmpd="sng" algn="ctr">
          <a:solidFill>
            <a:schemeClr val="accent2">
              <a:hueOff val="1016110"/>
              <a:satOff val="-4974"/>
              <a:lumOff val="279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CA0216-FF61-4A93-949B-F3D82CE95055}">
      <dsp:nvSpPr>
        <dsp:cNvPr id="0" name=""/>
        <dsp:cNvSpPr/>
      </dsp:nvSpPr>
      <dsp:spPr>
        <a:xfrm>
          <a:off x="0" y="3389809"/>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a:t>5. Save and Load Data</a:t>
          </a:r>
          <a:endParaRPr lang="en-US" sz="1500" kern="1200"/>
        </a:p>
      </dsp:txBody>
      <dsp:txXfrm>
        <a:off x="0" y="3389809"/>
        <a:ext cx="6797675" cy="1129706"/>
      </dsp:txXfrm>
    </dsp:sp>
    <dsp:sp modelId="{7653C007-7D70-4979-B6C5-83F72F41BBEB}">
      <dsp:nvSpPr>
        <dsp:cNvPr id="0" name=""/>
        <dsp:cNvSpPr/>
      </dsp:nvSpPr>
      <dsp:spPr>
        <a:xfrm>
          <a:off x="0" y="4519515"/>
          <a:ext cx="6797675" cy="0"/>
        </a:xfrm>
        <a:prstGeom prst="line">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3784CD-95FA-4EF1-AA07-45E66B908449}">
      <dsp:nvSpPr>
        <dsp:cNvPr id="0" name=""/>
        <dsp:cNvSpPr/>
      </dsp:nvSpPr>
      <dsp:spPr>
        <a:xfrm>
          <a:off x="0" y="4519515"/>
          <a:ext cx="6797675" cy="1129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a:t>Save and Publish:</a:t>
          </a:r>
          <a:br>
            <a:rPr lang="en-US" sz="1500" kern="1200"/>
          </a:br>
          <a:r>
            <a:rPr lang="en-US" sz="1500" kern="1200"/>
            <a:t>After completing data transformations, save the Tableau workbook and publish it to Tableau Server or Tableau Public for sharing and further analysis.</a:t>
          </a:r>
        </a:p>
      </dsp:txBody>
      <dsp:txXfrm>
        <a:off x="0" y="4519515"/>
        <a:ext cx="6797675" cy="112970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51109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292714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420870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5963E6-B52D-46AF-967D-E71C16ACAFC7}" type="datetimeFigureOut">
              <a:rPr lang="en-IN" smtClean="0"/>
              <a:t>05-03-2025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59890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5963E6-B52D-46AF-967D-E71C16ACAFC7}" type="datetimeFigureOut">
              <a:rPr lang="en-IN" smtClean="0"/>
              <a:t>05-03-2025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368736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379199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2240689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656327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5963E6-B52D-46AF-967D-E71C16ACAFC7}" type="datetimeFigureOut">
              <a:rPr lang="en-IN" smtClean="0"/>
              <a:t>05-03-2025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209083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5963E6-B52D-46AF-967D-E71C16ACAFC7}" type="datetimeFigureOut">
              <a:rPr lang="en-IN" smtClean="0"/>
              <a:t>05-03-2025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751226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651170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849685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1252212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2970658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338229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611915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5963E6-B52D-46AF-967D-E71C16ACAF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48E0A-2C61-49B5-9112-2F4F6A3715FA}" type="slidenum">
              <a:rPr lang="en-IN" smtClean="0"/>
              <a:t>‹#›</a:t>
            </a:fld>
            <a:endParaRPr lang="en-IN"/>
          </a:p>
        </p:txBody>
      </p:sp>
    </p:spTree>
    <p:extLst>
      <p:ext uri="{BB962C8B-B14F-4D97-AF65-F5344CB8AC3E}">
        <p14:creationId xmlns:p14="http://schemas.microsoft.com/office/powerpoint/2010/main" val="2780319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B5963E6-B52D-46AF-967D-E71C16ACAFC7}" type="datetimeFigureOut">
              <a:rPr lang="en-IN" smtClean="0"/>
              <a:t>05-03-2025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5548E0A-2C61-49B5-9112-2F4F6A3715FA}" type="slidenum">
              <a:rPr lang="en-IN" smtClean="0"/>
              <a:t>‹#›</a:t>
            </a:fld>
            <a:endParaRPr lang="en-IN"/>
          </a:p>
        </p:txBody>
      </p:sp>
    </p:spTree>
    <p:extLst>
      <p:ext uri="{BB962C8B-B14F-4D97-AF65-F5344CB8AC3E}">
        <p14:creationId xmlns:p14="http://schemas.microsoft.com/office/powerpoint/2010/main" val="1136267454"/>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372FC-4B3B-4A6F-AA81-3143A1EFB1F1}"/>
              </a:ext>
            </a:extLst>
          </p:cNvPr>
          <p:cNvSpPr>
            <a:spLocks noGrp="1"/>
          </p:cNvSpPr>
          <p:nvPr>
            <p:ph type="ctrTitle"/>
          </p:nvPr>
        </p:nvSpPr>
        <p:spPr>
          <a:xfrm>
            <a:off x="647701" y="1454964"/>
            <a:ext cx="4799009" cy="3308840"/>
          </a:xfrm>
        </p:spPr>
        <p:txBody>
          <a:bodyPr>
            <a:normAutofit/>
          </a:bodyPr>
          <a:lstStyle/>
          <a:p>
            <a:pPr>
              <a:lnSpc>
                <a:spcPct val="90000"/>
              </a:lnSpc>
            </a:pPr>
            <a:r>
              <a:rPr lang="en-US" sz="5000"/>
              <a:t>MAPPING THE EDUCATIONAL LANDSCAPE</a:t>
            </a:r>
            <a:endParaRPr lang="en-IN" sz="5000" b="1"/>
          </a:p>
        </p:txBody>
      </p:sp>
      <p:sp>
        <p:nvSpPr>
          <p:cNvPr id="3" name="Subtitle 2">
            <a:extLst>
              <a:ext uri="{FF2B5EF4-FFF2-40B4-BE49-F238E27FC236}">
                <a16:creationId xmlns:a16="http://schemas.microsoft.com/office/drawing/2014/main" id="{3F1D688D-4A51-4BF9-9F01-157BEC5AB69E}"/>
              </a:ext>
            </a:extLst>
          </p:cNvPr>
          <p:cNvSpPr>
            <a:spLocks noGrp="1"/>
          </p:cNvSpPr>
          <p:nvPr>
            <p:ph type="subTitle" idx="1"/>
          </p:nvPr>
        </p:nvSpPr>
        <p:spPr>
          <a:xfrm>
            <a:off x="647701" y="4763803"/>
            <a:ext cx="4799009" cy="1464378"/>
          </a:xfrm>
        </p:spPr>
        <p:txBody>
          <a:bodyPr>
            <a:normAutofit/>
          </a:bodyPr>
          <a:lstStyle/>
          <a:p>
            <a:r>
              <a:rPr lang="en-US" b="1">
                <a:latin typeface="Calibri" panose="020F0502020204030204" pitchFamily="34" charset="0"/>
                <a:cs typeface="Calibri" panose="020F0502020204030204" pitchFamily="34" charset="0"/>
              </a:rPr>
              <a:t>Presented by:</a:t>
            </a:r>
          </a:p>
          <a:p>
            <a:r>
              <a:rPr lang="en-US" b="1">
                <a:latin typeface="Calibri" panose="020F0502020204030204" pitchFamily="34" charset="0"/>
                <a:cs typeface="Calibri" panose="020F0502020204030204" pitchFamily="34" charset="0"/>
              </a:rPr>
              <a:t>Jay </a:t>
            </a:r>
            <a:r>
              <a:rPr lang="en-US" b="1" err="1">
                <a:latin typeface="Calibri" panose="020F0502020204030204" pitchFamily="34" charset="0"/>
                <a:cs typeface="Calibri" panose="020F0502020204030204" pitchFamily="34" charset="0"/>
              </a:rPr>
              <a:t>kumar</a:t>
            </a:r>
            <a:endParaRPr lang="en-US" b="1">
              <a:latin typeface="Calibri" panose="020F0502020204030204" pitchFamily="34" charset="0"/>
              <a:cs typeface="Calibri" panose="020F0502020204030204" pitchFamily="34" charset="0"/>
            </a:endParaRPr>
          </a:p>
        </p:txBody>
      </p:sp>
      <p:pic>
        <p:nvPicPr>
          <p:cNvPr id="5" name="Picture 4" descr="Colorful pins linked with threads">
            <a:extLst>
              <a:ext uri="{FF2B5EF4-FFF2-40B4-BE49-F238E27FC236}">
                <a16:creationId xmlns:a16="http://schemas.microsoft.com/office/drawing/2014/main" id="{C2E4D678-2239-6A78-44E6-C51C363C7A79}"/>
              </a:ext>
            </a:extLst>
          </p:cNvPr>
          <p:cNvPicPr>
            <a:picLocks noChangeAspect="1"/>
          </p:cNvPicPr>
          <p:nvPr/>
        </p:nvPicPr>
        <p:blipFill>
          <a:blip r:embed="rId3"/>
          <a:srcRect l="20437" r="20437"/>
          <a:stretch/>
        </p:blipFill>
        <p:spPr>
          <a:xfrm>
            <a:off x="6094411" y="10"/>
            <a:ext cx="6097590" cy="6857990"/>
          </a:xfrm>
          <a:prstGeom prst="rect">
            <a:avLst/>
          </a:prstGeom>
        </p:spPr>
      </p:pic>
      <p:sp>
        <p:nvSpPr>
          <p:cNvPr id="10" name="Rectangle 9">
            <a:extLst>
              <a:ext uri="{FF2B5EF4-FFF2-40B4-BE49-F238E27FC236}">
                <a16:creationId xmlns:a16="http://schemas.microsoft.com/office/drawing/2014/main" id="{4A5788BB-481F-4FC7-AD49-73D20DDD6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i-IN"/>
          </a:p>
        </p:txBody>
      </p:sp>
    </p:spTree>
    <p:extLst>
      <p:ext uri="{BB962C8B-B14F-4D97-AF65-F5344CB8AC3E}">
        <p14:creationId xmlns:p14="http://schemas.microsoft.com/office/powerpoint/2010/main" val="169727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C05E-6926-4B82-BD1E-F36AECD6F2FB}"/>
              </a:ext>
            </a:extLst>
          </p:cNvPr>
          <p:cNvSpPr>
            <a:spLocks noGrp="1"/>
          </p:cNvSpPr>
          <p:nvPr>
            <p:ph type="ctrTitle"/>
          </p:nvPr>
        </p:nvSpPr>
        <p:spPr>
          <a:xfrm>
            <a:off x="1849818" y="988741"/>
            <a:ext cx="4813935" cy="4880518"/>
          </a:xfrm>
          <a:noFill/>
          <a:ln>
            <a:noFill/>
          </a:ln>
        </p:spPr>
        <p:txBody>
          <a:bodyPr wrap="square" anchor="ctr">
            <a:normAutofit/>
          </a:bodyPr>
          <a:lstStyle/>
          <a:p>
            <a:r>
              <a:rPr lang="en-US" sz="5400" dirty="0">
                <a:latin typeface="Times New Roman" panose="02020603050405020304" pitchFamily="18" charset="0"/>
                <a:cs typeface="Times New Roman" panose="02020603050405020304" pitchFamily="18" charset="0"/>
              </a:rPr>
              <a:t>Project Objective:-</a:t>
            </a:r>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EB393A8-775F-4436-A2F5-5627A3BF8D3D}"/>
              </a:ext>
            </a:extLst>
          </p:cNvPr>
          <p:cNvSpPr>
            <a:spLocks noGrp="1"/>
          </p:cNvSpPr>
          <p:nvPr>
            <p:ph type="subTitle" idx="1"/>
          </p:nvPr>
        </p:nvSpPr>
        <p:spPr>
          <a:xfrm>
            <a:off x="7531088" y="998914"/>
            <a:ext cx="3701883" cy="4880518"/>
          </a:xfrm>
          <a:ln w="25400" cap="sq">
            <a:noFill/>
            <a:miter lim="800000"/>
          </a:ln>
        </p:spPr>
        <p:txBody>
          <a:bodyPr anchor="ctr">
            <a:noAutofit/>
          </a:bodyPr>
          <a:lstStyle/>
          <a:p>
            <a:pPr algn="ctr"/>
            <a:r>
              <a:rPr lang="en-US" sz="1400" dirty="0">
                <a:solidFill>
                  <a:schemeClr val="tx1"/>
                </a:solidFill>
                <a:latin typeface="Times New Roman" panose="02020603050405020304" pitchFamily="18" charset="0"/>
                <a:cs typeface="Times New Roman" panose="02020603050405020304" pitchFamily="18" charset="0"/>
              </a:rPr>
              <a:t>The objective of the “Data analytics Of College Analysis” project is to perform a comprehensive analysis of the features, ratings, and reviews of colleges listed on the college360 platform across India.</a:t>
            </a:r>
          </a:p>
          <a:p>
            <a:pPr algn="ctr"/>
            <a:r>
              <a:rPr lang="en-US" sz="1400" dirty="0">
                <a:solidFill>
                  <a:schemeClr val="tx1"/>
                </a:solidFill>
                <a:latin typeface="Times New Roman" panose="02020603050405020304" pitchFamily="18" charset="0"/>
                <a:cs typeface="Times New Roman" panose="02020603050405020304" pitchFamily="18" charset="0"/>
              </a:rPr>
              <a:t>By analyzing the data, this project aims to uncover student preferences, regional fee variations, and the growing demand for specific courses. The insights are designed to optimize institutional strategies, enhance marketing efforts, and improve the overall competitiveness of colleges in the Indian education ecosystem.</a:t>
            </a:r>
          </a:p>
          <a:p>
            <a:pPr algn="ctr"/>
            <a:r>
              <a:rPr lang="en-US" sz="1400" dirty="0">
                <a:solidFill>
                  <a:schemeClr val="tx1"/>
                </a:solidFill>
                <a:latin typeface="Times New Roman" panose="02020603050405020304" pitchFamily="18" charset="0"/>
                <a:cs typeface="Times New Roman" panose="02020603050405020304" pitchFamily="18" charset="0"/>
              </a:rPr>
              <a:t>The data was sourced from the college360 website using Python-based web scraping techniques, extracting detailed datasets for analysis.</a:t>
            </a:r>
          </a:p>
        </p:txBody>
      </p:sp>
    </p:spTree>
    <p:extLst>
      <p:ext uri="{BB962C8B-B14F-4D97-AF65-F5344CB8AC3E}">
        <p14:creationId xmlns:p14="http://schemas.microsoft.com/office/powerpoint/2010/main" val="549458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1C96-4941-43C6-9D7E-1B069110B630}"/>
              </a:ext>
            </a:extLst>
          </p:cNvPr>
          <p:cNvSpPr>
            <a:spLocks noGrp="1"/>
          </p:cNvSpPr>
          <p:nvPr>
            <p:ph type="title"/>
          </p:nvPr>
        </p:nvSpPr>
        <p:spPr/>
        <p:txBody>
          <a:bodyPr/>
          <a:lstStyle/>
          <a:p>
            <a:r>
              <a:rPr lang="en-US" dirty="0"/>
              <a:t>Main Agenda</a:t>
            </a:r>
            <a:endParaRPr lang="en-IN" dirty="0"/>
          </a:p>
        </p:txBody>
      </p:sp>
      <p:graphicFrame>
        <p:nvGraphicFramePr>
          <p:cNvPr id="5" name="Content Placeholder 2">
            <a:extLst>
              <a:ext uri="{FF2B5EF4-FFF2-40B4-BE49-F238E27FC236}">
                <a16:creationId xmlns:a16="http://schemas.microsoft.com/office/drawing/2014/main" id="{C00E9777-1968-0739-6108-C239DEDD8BF9}"/>
              </a:ext>
            </a:extLst>
          </p:cNvPr>
          <p:cNvGraphicFramePr>
            <a:graphicFrameLocks noGrp="1"/>
          </p:cNvGraphicFramePr>
          <p:nvPr>
            <p:ph idx="1"/>
          </p:nvPr>
        </p:nvGraphicFramePr>
        <p:xfrm>
          <a:off x="1103313" y="2052638"/>
          <a:ext cx="89471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8897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39F8-9151-45ED-8011-9159EA083359}"/>
              </a:ext>
            </a:extLst>
          </p:cNvPr>
          <p:cNvSpPr>
            <a:spLocks noGrp="1"/>
          </p:cNvSpPr>
          <p:nvPr>
            <p:ph type="title"/>
          </p:nvPr>
        </p:nvSpPr>
        <p:spPr/>
        <p:txBody>
          <a:bodyPr>
            <a:normAutofit/>
          </a:bodyPr>
          <a:lstStyle/>
          <a:p>
            <a:r>
              <a:rPr lang="en-US"/>
              <a:t>Tools used</a:t>
            </a:r>
            <a:r>
              <a:rPr lang="en-US" dirty="0"/>
              <a:t>:-</a:t>
            </a:r>
            <a:endParaRPr lang="en-IN" dirty="0"/>
          </a:p>
        </p:txBody>
      </p:sp>
      <p:graphicFrame>
        <p:nvGraphicFramePr>
          <p:cNvPr id="5" name="Content Placeholder 2">
            <a:extLst>
              <a:ext uri="{FF2B5EF4-FFF2-40B4-BE49-F238E27FC236}">
                <a16:creationId xmlns:a16="http://schemas.microsoft.com/office/drawing/2014/main" id="{6FFC77E2-BA40-1902-6664-23CB6C252FD6}"/>
              </a:ext>
            </a:extLst>
          </p:cNvPr>
          <p:cNvGraphicFramePr>
            <a:graphicFrameLocks noGrp="1"/>
          </p:cNvGraphicFramePr>
          <p:nvPr>
            <p:ph idx="1"/>
            <p:extLst>
              <p:ext uri="{D42A27DB-BD31-4B8C-83A1-F6EECF244321}">
                <p14:modId xmlns:p14="http://schemas.microsoft.com/office/powerpoint/2010/main" val="2772039342"/>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4750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546F-D4B3-483E-B35A-C5F6E82D51B4}"/>
              </a:ext>
            </a:extLst>
          </p:cNvPr>
          <p:cNvSpPr>
            <a:spLocks noGrp="1"/>
          </p:cNvSpPr>
          <p:nvPr>
            <p:ph type="title"/>
          </p:nvPr>
        </p:nvSpPr>
        <p:spPr>
          <a:xfrm>
            <a:off x="5181601" y="634946"/>
            <a:ext cx="6368142" cy="1450757"/>
          </a:xfrm>
        </p:spPr>
        <p:txBody>
          <a:bodyPr>
            <a:normAutofit/>
          </a:bodyPr>
          <a:lstStyle/>
          <a:p>
            <a:r>
              <a:rPr lang="en-US"/>
              <a:t>INTRODUCTION</a:t>
            </a:r>
            <a:r>
              <a:rPr lang="en-US" dirty="0"/>
              <a:t>:-</a:t>
            </a:r>
            <a:endParaRPr lang="en-IN" dirty="0"/>
          </a:p>
        </p:txBody>
      </p:sp>
      <p:sp>
        <p:nvSpPr>
          <p:cNvPr id="3" name="Content Placeholder 2">
            <a:extLst>
              <a:ext uri="{FF2B5EF4-FFF2-40B4-BE49-F238E27FC236}">
                <a16:creationId xmlns:a16="http://schemas.microsoft.com/office/drawing/2014/main" id="{1F5872C4-E254-4885-A62E-A63BEA29289F}"/>
              </a:ext>
            </a:extLst>
          </p:cNvPr>
          <p:cNvSpPr>
            <a:spLocks noGrp="1"/>
          </p:cNvSpPr>
          <p:nvPr>
            <p:ph idx="1"/>
          </p:nvPr>
        </p:nvSpPr>
        <p:spPr>
          <a:xfrm>
            <a:off x="5181601" y="2198914"/>
            <a:ext cx="6368142" cy="3670180"/>
          </a:xfrm>
        </p:spPr>
        <p:txBody>
          <a:bodyPr>
            <a:normAutofit/>
          </a:bodyPr>
          <a:lstStyle/>
          <a:p>
            <a:pPr>
              <a:buFont typeface="Wingdings" panose="05000000000000000000" pitchFamily="2" charset="2"/>
              <a:buChar char="Ø"/>
            </a:pPr>
            <a:r>
              <a:rPr lang="en-US" sz="1600" dirty="0"/>
              <a:t>Overview of project</a:t>
            </a:r>
            <a:r>
              <a:rPr lang="en-IN" sz="1600" dirty="0"/>
              <a:t>:-</a:t>
            </a:r>
          </a:p>
          <a:p>
            <a:pPr marL="0" indent="0">
              <a:buNone/>
            </a:pPr>
            <a:r>
              <a:rPr lang="en-US" sz="1600" dirty="0">
                <a:latin typeface="Times New Roman" panose="02020603050405020304" pitchFamily="18" charset="0"/>
                <a:cs typeface="Times New Roman" panose="02020603050405020304" pitchFamily="18" charset="0"/>
              </a:rPr>
              <a:t>	This project focuses on analyzing engineering college data through web scraping, data cleaning, modeling, and preprocessing using Python, followed by data visualization in Tableau.</a:t>
            </a:r>
            <a:endParaRPr lang="en-IN"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b="1" dirty="0">
                <a:latin typeface="Times New Roman" panose="02020603050405020304" pitchFamily="18" charset="0"/>
                <a:ea typeface="Inconsolata" pitchFamily="34" charset="-122"/>
                <a:cs typeface="Times New Roman" panose="02020603050405020304" pitchFamily="18" charset="0"/>
              </a:rPr>
              <a:t>Importance of Analyzing </a:t>
            </a:r>
            <a:r>
              <a:rPr lang="en-IN" sz="1600" b="1" dirty="0">
                <a:latin typeface="Times New Roman" panose="02020603050405020304" pitchFamily="18" charset="0"/>
                <a:ea typeface="Inconsolata" pitchFamily="34" charset="-122"/>
                <a:cs typeface="Times New Roman" panose="02020603050405020304" pitchFamily="18" charset="0"/>
              </a:rPr>
              <a:t>Engineering</a:t>
            </a:r>
            <a:r>
              <a:rPr lang="en-IN" sz="1600" dirty="0"/>
              <a:t> </a:t>
            </a:r>
            <a:r>
              <a:rPr lang="en-US" sz="1600" b="1" dirty="0">
                <a:latin typeface="Times New Roman" panose="02020603050405020304" pitchFamily="18" charset="0"/>
                <a:ea typeface="Inconsolata" pitchFamily="34" charset="-122"/>
                <a:cs typeface="Times New Roman" panose="02020603050405020304" pitchFamily="18" charset="0"/>
              </a:rPr>
              <a:t>College Data:-</a:t>
            </a:r>
          </a:p>
          <a:p>
            <a:pPr marL="0" indent="0">
              <a:buNone/>
            </a:pPr>
            <a:r>
              <a:rPr lang="en-US" sz="1600" b="1" dirty="0">
                <a:latin typeface="Times New Roman" panose="02020603050405020304" pitchFamily="18" charset="0"/>
                <a:ea typeface="Inconsolata" pitchFamily="34" charset="-122"/>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Understanding engineering college data is critical to identifying trends, analyzing fee structures, student preferences, course popularity, and regional variations. </a:t>
            </a:r>
          </a:p>
          <a:p>
            <a:pPr>
              <a:buFont typeface="Wingdings" panose="05000000000000000000" pitchFamily="2" charset="2"/>
              <a:buChar char="Ø"/>
            </a:pPr>
            <a:r>
              <a:rPr lang="en-US" sz="1600" b="1" dirty="0">
                <a:latin typeface="Times New Roman" panose="02020603050405020304" pitchFamily="18" charset="0"/>
                <a:ea typeface="Inconsolata" pitchFamily="34" charset="-122"/>
                <a:cs typeface="Times New Roman" panose="02020603050405020304" pitchFamily="18" charset="0"/>
              </a:rPr>
              <a:t>Importance of web scraping and data preprocessing and data visualization:-</a:t>
            </a:r>
          </a:p>
          <a:p>
            <a:pPr marL="0" indent="0">
              <a:buNone/>
            </a:pPr>
            <a:r>
              <a:rPr lang="en-US" sz="1600" b="1" dirty="0">
                <a:latin typeface="Times New Roman" panose="02020603050405020304" pitchFamily="18" charset="0"/>
                <a:ea typeface="Inconsolata" pitchFamily="34" charset="-122"/>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Visualization tools like Tableau make complex datasets easier to understand and communicate, enabling data-driven decision-making.</a:t>
            </a:r>
            <a:endParaRPr lang="en-US" sz="1600" i="1" dirty="0">
              <a:latin typeface="Times New Roman" panose="02020603050405020304" pitchFamily="18" charset="0"/>
              <a:cs typeface="Times New Roman" panose="02020603050405020304" pitchFamily="18" charset="0"/>
            </a:endParaRPr>
          </a:p>
          <a:p>
            <a:endParaRPr lang="en-IN" sz="1600" dirty="0"/>
          </a:p>
        </p:txBody>
      </p:sp>
      <p:pic>
        <p:nvPicPr>
          <p:cNvPr id="5" name="Picture 4" descr="Digital financial graph">
            <a:extLst>
              <a:ext uri="{FF2B5EF4-FFF2-40B4-BE49-F238E27FC236}">
                <a16:creationId xmlns:a16="http://schemas.microsoft.com/office/drawing/2014/main" id="{E604AE5B-1443-5420-A975-BAE0F4C25D70}"/>
              </a:ext>
            </a:extLst>
          </p:cNvPr>
          <p:cNvPicPr>
            <a:picLocks noChangeAspect="1"/>
          </p:cNvPicPr>
          <p:nvPr/>
        </p:nvPicPr>
        <p:blipFill>
          <a:blip r:embed="rId2"/>
          <a:srcRect l="38589" r="23303"/>
          <a:stretch/>
        </p:blipFill>
        <p:spPr>
          <a:xfrm>
            <a:off x="20" y="-12128"/>
            <a:ext cx="4654276" cy="6870127"/>
          </a:xfrm>
          <a:prstGeom prst="rect">
            <a:avLst/>
          </a:prstGeom>
        </p:spPr>
      </p:pic>
    </p:spTree>
    <p:extLst>
      <p:ext uri="{BB962C8B-B14F-4D97-AF65-F5344CB8AC3E}">
        <p14:creationId xmlns:p14="http://schemas.microsoft.com/office/powerpoint/2010/main" val="1629130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3460A-CE6F-40D8-9DCD-1E56551CF12B}"/>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Webscrapping:-</a:t>
            </a:r>
            <a:br>
              <a:rPr lang="en-US" sz="3600">
                <a:solidFill>
                  <a:srgbClr val="FFFFFF"/>
                </a:solidFill>
              </a:rPr>
            </a:br>
            <a:endParaRPr lang="en-IN" sz="3600">
              <a:solidFill>
                <a:srgbClr val="FFFFFF"/>
              </a:solidFill>
            </a:endParaRPr>
          </a:p>
        </p:txBody>
      </p:sp>
      <p:graphicFrame>
        <p:nvGraphicFramePr>
          <p:cNvPr id="7" name="Content Placeholder 2">
            <a:extLst>
              <a:ext uri="{FF2B5EF4-FFF2-40B4-BE49-F238E27FC236}">
                <a16:creationId xmlns:a16="http://schemas.microsoft.com/office/drawing/2014/main" id="{EC8E9963-86F1-21F2-6228-599E8DD069E3}"/>
              </a:ext>
            </a:extLst>
          </p:cNvPr>
          <p:cNvGraphicFramePr>
            <a:graphicFrameLocks noGrp="1"/>
          </p:cNvGraphicFramePr>
          <p:nvPr>
            <p:ph idx="1"/>
            <p:extLst>
              <p:ext uri="{D42A27DB-BD31-4B8C-83A1-F6EECF244321}">
                <p14:modId xmlns:p14="http://schemas.microsoft.com/office/powerpoint/2010/main" val="1435146778"/>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9280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2EBD-6B77-4D5A-8999-3C2ED2724336}"/>
              </a:ext>
            </a:extLst>
          </p:cNvPr>
          <p:cNvSpPr>
            <a:spLocks noGrp="1"/>
          </p:cNvSpPr>
          <p:nvPr>
            <p:ph type="title"/>
          </p:nvPr>
        </p:nvSpPr>
        <p:spPr>
          <a:xfrm>
            <a:off x="492370" y="605896"/>
            <a:ext cx="3084844" cy="5646208"/>
          </a:xfrm>
        </p:spPr>
        <p:txBody>
          <a:bodyPr anchor="ctr">
            <a:normAutofit/>
          </a:bodyPr>
          <a:lstStyle/>
          <a:p>
            <a:r>
              <a:rPr lang="en-US" sz="3600">
                <a:solidFill>
                  <a:srgbClr val="FFFFFF"/>
                </a:solidFill>
              </a:rPr>
              <a:t>.</a:t>
            </a:r>
            <a:endParaRPr lang="en-IN" sz="3600">
              <a:solidFill>
                <a:srgbClr val="FFFFFF"/>
              </a:solidFill>
            </a:endParaRPr>
          </a:p>
        </p:txBody>
      </p:sp>
      <p:sp>
        <p:nvSpPr>
          <p:cNvPr id="3" name="Content Placeholder 2">
            <a:extLst>
              <a:ext uri="{FF2B5EF4-FFF2-40B4-BE49-F238E27FC236}">
                <a16:creationId xmlns:a16="http://schemas.microsoft.com/office/drawing/2014/main" id="{61791C27-818C-4B40-BBCE-5C88EBD77732}"/>
              </a:ext>
            </a:extLst>
          </p:cNvPr>
          <p:cNvSpPr>
            <a:spLocks noGrp="1"/>
          </p:cNvSpPr>
          <p:nvPr>
            <p:ph idx="1"/>
          </p:nvPr>
        </p:nvSpPr>
        <p:spPr>
          <a:xfrm>
            <a:off x="4742016" y="605896"/>
            <a:ext cx="6413663" cy="5646208"/>
          </a:xfrm>
        </p:spPr>
        <p:txBody>
          <a:bodyPr anchor="ctr">
            <a:normAutofit/>
          </a:bodyPr>
          <a:lstStyle/>
          <a:p>
            <a:pPr>
              <a:buFont typeface="Wingdings" panose="05000000000000000000" pitchFamily="2" charset="2"/>
              <a:buChar char="Ø"/>
            </a:pPr>
            <a:r>
              <a:rPr lang="en-US" sz="1700">
                <a:latin typeface="Times New Roman" panose="02020603050405020304" pitchFamily="18" charset="0"/>
                <a:cs typeface="Times New Roman" panose="02020603050405020304" pitchFamily="18" charset="0"/>
              </a:rPr>
              <a:t>STEP 2:- URL</a:t>
            </a:r>
          </a:p>
          <a:p>
            <a:r>
              <a:rPr lang="en-IN" sz="1700">
                <a:latin typeface="Times New Roman" panose="02020603050405020304" pitchFamily="18" charset="0"/>
                <a:cs typeface="Times New Roman" panose="02020603050405020304" pitchFamily="18" charset="0"/>
              </a:rPr>
              <a:t>Web </a:t>
            </a:r>
            <a:r>
              <a:rPr lang="en-IN" sz="1700" b="0" err="1">
                <a:effectLst/>
                <a:latin typeface="Times New Roman" panose="02020603050405020304" pitchFamily="18" charset="0"/>
                <a:cs typeface="Times New Roman" panose="02020603050405020304" pitchFamily="18" charset="0"/>
              </a:rPr>
              <a:t>url</a:t>
            </a:r>
            <a:r>
              <a:rPr lang="en-IN" sz="1700" b="0">
                <a:effectLst/>
                <a:latin typeface="Times New Roman" panose="02020603050405020304" pitchFamily="18" charset="0"/>
                <a:cs typeface="Times New Roman" panose="02020603050405020304" pitchFamily="18" charset="0"/>
              </a:rPr>
              <a:t> = "https://engineering.careers360.com/colleges/</a:t>
            </a:r>
            <a:r>
              <a:rPr lang="en-IN" sz="1700" b="0" err="1">
                <a:effectLst/>
                <a:latin typeface="Times New Roman" panose="02020603050405020304" pitchFamily="18" charset="0"/>
                <a:cs typeface="Times New Roman" panose="02020603050405020304" pitchFamily="18" charset="0"/>
              </a:rPr>
              <a:t>ranking?page</a:t>
            </a:r>
            <a:r>
              <a:rPr lang="en-IN" sz="1700" b="0">
                <a:effectLst/>
                <a:latin typeface="Times New Roman" panose="02020603050405020304" pitchFamily="18" charset="0"/>
                <a:cs typeface="Times New Roman" panose="02020603050405020304" pitchFamily="18" charset="0"/>
              </a:rPr>
              <a:t>=1&amp;icn=</a:t>
            </a:r>
            <a:r>
              <a:rPr lang="en-IN" sz="1700" b="0" err="1">
                <a:effectLst/>
                <a:latin typeface="Times New Roman" panose="02020603050405020304" pitchFamily="18" charset="0"/>
                <a:cs typeface="Times New Roman" panose="02020603050405020304" pitchFamily="18" charset="0"/>
              </a:rPr>
              <a:t>engineering-ranking_landing-page&amp;ici</a:t>
            </a:r>
            <a:r>
              <a:rPr lang="en-IN" sz="1700" b="0">
                <a:effectLst/>
                <a:latin typeface="Times New Roman" panose="02020603050405020304" pitchFamily="18" charset="0"/>
                <a:cs typeface="Times New Roman" panose="02020603050405020304" pitchFamily="18" charset="0"/>
              </a:rPr>
              <a:t>=data-section_c360-home&amp;sort_by=1&amp;stream=1"</a:t>
            </a:r>
          </a:p>
          <a:p>
            <a:pPr marL="0" indent="0">
              <a:buNone/>
            </a:pPr>
            <a:endParaRPr lang="en-US" sz="17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700">
                <a:latin typeface="Times New Roman" panose="02020603050405020304" pitchFamily="18" charset="0"/>
                <a:cs typeface="Times New Roman" panose="02020603050405020304" pitchFamily="18" charset="0"/>
              </a:rPr>
              <a:t>S</a:t>
            </a:r>
            <a:r>
              <a:rPr lang="en-IN" sz="1700">
                <a:latin typeface="Times New Roman" panose="02020603050405020304" pitchFamily="18" charset="0"/>
                <a:cs typeface="Times New Roman" panose="02020603050405020304" pitchFamily="18" charset="0"/>
              </a:rPr>
              <a:t>TEP 3:- CHECKING THE ACCESS OF URL</a:t>
            </a:r>
          </a:p>
          <a:p>
            <a:pPr>
              <a:buFont typeface="Wingdings" panose="05000000000000000000" pitchFamily="2" charset="2"/>
              <a:buChar char="§"/>
            </a:pPr>
            <a:r>
              <a:rPr lang="en-IN" sz="1700">
                <a:latin typeface="Times New Roman" panose="02020603050405020304" pitchFamily="18" charset="0"/>
                <a:cs typeface="Times New Roman" panose="02020603050405020304" pitchFamily="18" charset="0"/>
              </a:rPr>
              <a:t>headers = {</a:t>
            </a:r>
          </a:p>
          <a:p>
            <a:pPr>
              <a:buFont typeface="Wingdings" panose="05000000000000000000" pitchFamily="2" charset="2"/>
              <a:buChar char="§"/>
            </a:pPr>
            <a:r>
              <a:rPr lang="en-IN" sz="1700">
                <a:latin typeface="Times New Roman" panose="02020603050405020304" pitchFamily="18" charset="0"/>
                <a:cs typeface="Times New Roman" panose="02020603050405020304" pitchFamily="18" charset="0"/>
              </a:rPr>
              <a:t>    "User-Agent": "Mozilla/5.0 (Windows NT 10.0; Win64; x64) </a:t>
            </a:r>
            <a:r>
              <a:rPr lang="en-IN" sz="1700" err="1">
                <a:latin typeface="Times New Roman" panose="02020603050405020304" pitchFamily="18" charset="0"/>
                <a:cs typeface="Times New Roman" panose="02020603050405020304" pitchFamily="18" charset="0"/>
              </a:rPr>
              <a:t>AppleWebKit</a:t>
            </a:r>
            <a:r>
              <a:rPr lang="en-IN" sz="1700">
                <a:latin typeface="Times New Roman" panose="02020603050405020304" pitchFamily="18" charset="0"/>
                <a:cs typeface="Times New Roman" panose="02020603050405020304" pitchFamily="18" charset="0"/>
              </a:rPr>
              <a:t>/537.36 (KHTML, like Gecko) Chrome/96.0.4664.110 Safari/537.36",</a:t>
            </a:r>
          </a:p>
          <a:p>
            <a:pPr>
              <a:buFont typeface="Wingdings" panose="05000000000000000000" pitchFamily="2" charset="2"/>
              <a:buChar char="§"/>
            </a:pPr>
            <a:r>
              <a:rPr lang="en-IN" sz="1700">
                <a:latin typeface="Times New Roman" panose="02020603050405020304" pitchFamily="18" charset="0"/>
                <a:cs typeface="Times New Roman" panose="02020603050405020304" pitchFamily="18" charset="0"/>
              </a:rPr>
              <a:t>    "</a:t>
            </a:r>
            <a:r>
              <a:rPr lang="en-IN" sz="1700" err="1">
                <a:latin typeface="Times New Roman" panose="02020603050405020304" pitchFamily="18" charset="0"/>
                <a:cs typeface="Times New Roman" panose="02020603050405020304" pitchFamily="18" charset="0"/>
              </a:rPr>
              <a:t>Referer</a:t>
            </a:r>
            <a:r>
              <a:rPr lang="en-IN" sz="1700">
                <a:latin typeface="Times New Roman" panose="02020603050405020304" pitchFamily="18" charset="0"/>
                <a:cs typeface="Times New Roman" panose="02020603050405020304" pitchFamily="18" charset="0"/>
              </a:rPr>
              <a:t>": </a:t>
            </a:r>
            <a:r>
              <a:rPr lang="en-IN" sz="1700" err="1">
                <a:latin typeface="Times New Roman" panose="02020603050405020304" pitchFamily="18" charset="0"/>
                <a:cs typeface="Times New Roman" panose="02020603050405020304" pitchFamily="18" charset="0"/>
              </a:rPr>
              <a:t>url</a:t>
            </a:r>
            <a:r>
              <a:rPr lang="en-IN" sz="170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IN" sz="1700">
                <a:latin typeface="Times New Roman" panose="02020603050405020304" pitchFamily="18" charset="0"/>
                <a:cs typeface="Times New Roman" panose="02020603050405020304" pitchFamily="18" charset="0"/>
              </a:rPr>
              <a:t>}</a:t>
            </a:r>
          </a:p>
          <a:p>
            <a:pPr marL="0" indent="0">
              <a:buNone/>
            </a:pPr>
            <a:r>
              <a:rPr lang="en-IN" sz="1700">
                <a:latin typeface="Times New Roman" panose="02020603050405020304" pitchFamily="18" charset="0"/>
                <a:cs typeface="Times New Roman" panose="02020603050405020304" pitchFamily="18" charset="0"/>
              </a:rPr>
              <a:t>      try:</a:t>
            </a:r>
          </a:p>
          <a:p>
            <a:pPr>
              <a:buFont typeface="Wingdings" panose="05000000000000000000" pitchFamily="2" charset="2"/>
              <a:buChar char="§"/>
            </a:pPr>
            <a:r>
              <a:rPr lang="en-IN" sz="1700">
                <a:latin typeface="Times New Roman" panose="02020603050405020304" pitchFamily="18" charset="0"/>
                <a:cs typeface="Times New Roman" panose="02020603050405020304" pitchFamily="18" charset="0"/>
              </a:rPr>
              <a:t>    # send a Get request with the defined headers</a:t>
            </a:r>
          </a:p>
          <a:p>
            <a:pPr>
              <a:buFont typeface="Wingdings" panose="05000000000000000000" pitchFamily="2" charset="2"/>
              <a:buChar char="§"/>
            </a:pPr>
            <a:r>
              <a:rPr lang="en-IN" sz="1700">
                <a:latin typeface="Times New Roman" panose="02020603050405020304" pitchFamily="18" charset="0"/>
                <a:cs typeface="Times New Roman" panose="02020603050405020304" pitchFamily="18" charset="0"/>
              </a:rPr>
              <a:t>    res = </a:t>
            </a:r>
            <a:r>
              <a:rPr lang="en-IN" sz="1700" err="1">
                <a:latin typeface="Times New Roman" panose="02020603050405020304" pitchFamily="18" charset="0"/>
                <a:cs typeface="Times New Roman" panose="02020603050405020304" pitchFamily="18" charset="0"/>
              </a:rPr>
              <a:t>req.get</a:t>
            </a:r>
            <a:r>
              <a:rPr lang="en-IN" sz="1700">
                <a:latin typeface="Times New Roman" panose="02020603050405020304" pitchFamily="18" charset="0"/>
                <a:cs typeface="Times New Roman" panose="02020603050405020304" pitchFamily="18" charset="0"/>
              </a:rPr>
              <a:t>(</a:t>
            </a:r>
            <a:r>
              <a:rPr lang="en-IN" sz="1700" err="1">
                <a:latin typeface="Times New Roman" panose="02020603050405020304" pitchFamily="18" charset="0"/>
                <a:cs typeface="Times New Roman" panose="02020603050405020304" pitchFamily="18" charset="0"/>
              </a:rPr>
              <a:t>url</a:t>
            </a:r>
            <a:r>
              <a:rPr lang="en-IN" sz="1700">
                <a:latin typeface="Times New Roman" panose="02020603050405020304" pitchFamily="18" charset="0"/>
                <a:cs typeface="Times New Roman" panose="02020603050405020304" pitchFamily="18" charset="0"/>
              </a:rPr>
              <a:t>, headers=headers)</a:t>
            </a:r>
          </a:p>
        </p:txBody>
      </p:sp>
    </p:spTree>
    <p:extLst>
      <p:ext uri="{BB962C8B-B14F-4D97-AF65-F5344CB8AC3E}">
        <p14:creationId xmlns:p14="http://schemas.microsoft.com/office/powerpoint/2010/main" val="3048923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E47B2-8AB4-4895-9448-F63BA1DC94FD}"/>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a:t>
            </a:r>
            <a:endParaRPr lang="en-IN" sz="3600">
              <a:solidFill>
                <a:srgbClr val="FFFFFF"/>
              </a:solidFill>
            </a:endParaRPr>
          </a:p>
        </p:txBody>
      </p:sp>
      <p:graphicFrame>
        <p:nvGraphicFramePr>
          <p:cNvPr id="5" name="Content Placeholder 2">
            <a:extLst>
              <a:ext uri="{FF2B5EF4-FFF2-40B4-BE49-F238E27FC236}">
                <a16:creationId xmlns:a16="http://schemas.microsoft.com/office/drawing/2014/main" id="{87BAA635-716E-B98F-8FE0-8635F9C09A73}"/>
              </a:ext>
            </a:extLst>
          </p:cNvPr>
          <p:cNvGraphicFramePr>
            <a:graphicFrameLocks noGrp="1"/>
          </p:cNvGraphicFramePr>
          <p:nvPr>
            <p:ph idx="1"/>
            <p:extLst>
              <p:ext uri="{D42A27DB-BD31-4B8C-83A1-F6EECF244321}">
                <p14:modId xmlns:p14="http://schemas.microsoft.com/office/powerpoint/2010/main" val="4281608582"/>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6576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719C7-35E4-4798-A9D2-8310B4C0A9F7}"/>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a:t>
            </a:r>
            <a:endParaRPr lang="en-IN" sz="3600">
              <a:solidFill>
                <a:srgbClr val="FFFFFF"/>
              </a:solidFill>
            </a:endParaRPr>
          </a:p>
        </p:txBody>
      </p:sp>
      <p:graphicFrame>
        <p:nvGraphicFramePr>
          <p:cNvPr id="5" name="Content Placeholder 2">
            <a:extLst>
              <a:ext uri="{FF2B5EF4-FFF2-40B4-BE49-F238E27FC236}">
                <a16:creationId xmlns:a16="http://schemas.microsoft.com/office/drawing/2014/main" id="{C963ED95-92D5-86A9-EC25-9ACAF35E8F7B}"/>
              </a:ext>
            </a:extLst>
          </p:cNvPr>
          <p:cNvGraphicFramePr>
            <a:graphicFrameLocks noGrp="1"/>
          </p:cNvGraphicFramePr>
          <p:nvPr>
            <p:ph idx="1"/>
            <p:extLst>
              <p:ext uri="{D42A27DB-BD31-4B8C-83A1-F6EECF244321}">
                <p14:modId xmlns:p14="http://schemas.microsoft.com/office/powerpoint/2010/main" val="544011515"/>
              </p:ext>
            </p:extLst>
          </p:nvPr>
        </p:nvGraphicFramePr>
        <p:xfrm>
          <a:off x="4689085"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7261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3E58F-45B5-452A-BDC7-96B50BA570B4}"/>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a:t>
            </a:r>
            <a:endParaRPr lang="en-IN" sz="3600">
              <a:solidFill>
                <a:srgbClr val="FFFFFF"/>
              </a:solidFill>
            </a:endParaRPr>
          </a:p>
        </p:txBody>
      </p:sp>
      <p:graphicFrame>
        <p:nvGraphicFramePr>
          <p:cNvPr id="5" name="Content Placeholder 2">
            <a:extLst>
              <a:ext uri="{FF2B5EF4-FFF2-40B4-BE49-F238E27FC236}">
                <a16:creationId xmlns:a16="http://schemas.microsoft.com/office/drawing/2014/main" id="{24D74053-4B9C-E9CB-B919-D1097224024F}"/>
              </a:ext>
            </a:extLst>
          </p:cNvPr>
          <p:cNvGraphicFramePr>
            <a:graphicFrameLocks noGrp="1"/>
          </p:cNvGraphicFramePr>
          <p:nvPr>
            <p:ph idx="1"/>
            <p:extLst>
              <p:ext uri="{D42A27DB-BD31-4B8C-83A1-F6EECF244321}">
                <p14:modId xmlns:p14="http://schemas.microsoft.com/office/powerpoint/2010/main" val="1699492192"/>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1115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6321-45BD-4C37-B0AC-774A29676383}"/>
              </a:ext>
            </a:extLst>
          </p:cNvPr>
          <p:cNvSpPr>
            <a:spLocks noGrp="1"/>
          </p:cNvSpPr>
          <p:nvPr>
            <p:ph type="title"/>
          </p:nvPr>
        </p:nvSpPr>
        <p:spPr>
          <a:xfrm>
            <a:off x="492370" y="605896"/>
            <a:ext cx="3084844" cy="5646208"/>
          </a:xfrm>
        </p:spPr>
        <p:txBody>
          <a:bodyPr anchor="ctr">
            <a:normAutofit/>
          </a:bodyPr>
          <a:lstStyle/>
          <a:p>
            <a:r>
              <a:rPr lang="en-US" sz="3600">
                <a:solidFill>
                  <a:srgbClr val="FFFFFF"/>
                </a:solidFill>
              </a:rPr>
              <a:t>.</a:t>
            </a:r>
            <a:endParaRPr lang="en-IN" sz="3600">
              <a:solidFill>
                <a:srgbClr val="FFFFFF"/>
              </a:solidFill>
            </a:endParaRPr>
          </a:p>
        </p:txBody>
      </p:sp>
      <p:sp>
        <p:nvSpPr>
          <p:cNvPr id="3" name="Content Placeholder 2">
            <a:extLst>
              <a:ext uri="{FF2B5EF4-FFF2-40B4-BE49-F238E27FC236}">
                <a16:creationId xmlns:a16="http://schemas.microsoft.com/office/drawing/2014/main" id="{1F83AD99-4499-4B44-8AC2-48EB38748C03}"/>
              </a:ext>
            </a:extLst>
          </p:cNvPr>
          <p:cNvSpPr>
            <a:spLocks noGrp="1"/>
          </p:cNvSpPr>
          <p:nvPr>
            <p:ph idx="1"/>
          </p:nvPr>
        </p:nvSpPr>
        <p:spPr>
          <a:xfrm>
            <a:off x="4742016" y="605896"/>
            <a:ext cx="6413663" cy="5646208"/>
          </a:xfrm>
        </p:spPr>
        <p:txBody>
          <a:bodyPr anchor="ctr">
            <a:normAutofit/>
          </a:bodyPr>
          <a:lstStyle/>
          <a:p>
            <a:pPr marL="0" indent="0">
              <a:buNone/>
            </a:pPr>
            <a:endParaRPr lang="en-US" dirty="0"/>
          </a:p>
          <a:p>
            <a:pPr>
              <a:buFont typeface="Wingdings" panose="05000000000000000000" pitchFamily="2" charset="2"/>
              <a:buChar char="Ø"/>
            </a:pPr>
            <a:r>
              <a:rPr lang="en-US" dirty="0"/>
              <a:t>STEP 9:- </a:t>
            </a:r>
            <a:r>
              <a:rPr lang="en-US">
                <a:latin typeface="Times New Roman" panose="02020603050405020304" pitchFamily="18" charset="0"/>
                <a:cs typeface="Times New Roman" panose="02020603050405020304" pitchFamily="18" charset="0"/>
              </a:rPr>
              <a:t>dictionary to data frames</a:t>
            </a:r>
          </a:p>
          <a:p>
            <a:pPr>
              <a:buFont typeface="Wingdings" panose="05000000000000000000" pitchFamily="2" charset="2"/>
              <a:buChar char="§"/>
            </a:pPr>
            <a:r>
              <a:rPr lang="en-US" dirty="0"/>
              <a:t>#converting dictionary into a data frames</a:t>
            </a:r>
          </a:p>
          <a:p>
            <a:pPr>
              <a:buFont typeface="Wingdings" panose="05000000000000000000" pitchFamily="2" charset="2"/>
              <a:buChar char="§"/>
            </a:pPr>
            <a:r>
              <a:rPr lang="en-US"/>
              <a:t>#creating csv file</a:t>
            </a:r>
          </a:p>
          <a:p>
            <a:pPr>
              <a:buFont typeface="Wingdings" panose="05000000000000000000" pitchFamily="2" charset="2"/>
              <a:buChar char="§"/>
            </a:pPr>
            <a:r>
              <a:rPr lang="en-US" b="0">
                <a:effectLst/>
                <a:latin typeface="Times New Roman" panose="02020603050405020304" pitchFamily="18" charset="0"/>
                <a:cs typeface="Times New Roman" panose="02020603050405020304" pitchFamily="18" charset="0"/>
              </a:rPr>
              <a:t>Data = </a:t>
            </a:r>
            <a:r>
              <a:rPr lang="en-US" b="0" err="1">
                <a:effectLst/>
                <a:latin typeface="Times New Roman" panose="02020603050405020304" pitchFamily="18" charset="0"/>
                <a:cs typeface="Times New Roman" panose="02020603050405020304" pitchFamily="18" charset="0"/>
              </a:rPr>
              <a:t>pd.DataFrame</a:t>
            </a:r>
            <a:r>
              <a:rPr lang="en-US" b="0">
                <a:effectLst/>
                <a:latin typeface="Times New Roman" panose="02020603050405020304" pitchFamily="18" charset="0"/>
                <a:cs typeface="Times New Roman" panose="02020603050405020304" pitchFamily="18" charset="0"/>
              </a:rPr>
              <a:t>({"</a:t>
            </a:r>
            <a:r>
              <a:rPr lang="en-US" b="0" err="1">
                <a:effectLst/>
                <a:latin typeface="Times New Roman" panose="02020603050405020304" pitchFamily="18" charset="0"/>
                <a:cs typeface="Times New Roman" panose="02020603050405020304" pitchFamily="18" charset="0"/>
              </a:rPr>
              <a:t>NIRF_Rank":Rank,"College</a:t>
            </a:r>
            <a:r>
              <a:rPr lang="en-US" b="0">
                <a:effectLst/>
                <a:latin typeface="Times New Roman" panose="02020603050405020304" pitchFamily="18" charset="0"/>
                <a:cs typeface="Times New Roman" panose="02020603050405020304" pitchFamily="18" charset="0"/>
              </a:rPr>
              <a:t>": </a:t>
            </a:r>
            <a:r>
              <a:rPr lang="en-US" b="0" err="1">
                <a:effectLst/>
                <a:latin typeface="Times New Roman" panose="02020603050405020304" pitchFamily="18" charset="0"/>
                <a:cs typeface="Times New Roman" panose="02020603050405020304" pitchFamily="18" charset="0"/>
              </a:rPr>
              <a:t>college_name,"Ownership":Own,"Courses":Courses,"FEE":Fees</a:t>
            </a:r>
            <a:r>
              <a:rPr lang="en-US" b="0">
                <a:effectLst/>
                <a:latin typeface="Times New Roman" panose="02020603050405020304" pitchFamily="18" charset="0"/>
                <a:cs typeface="Times New Roman" panose="02020603050405020304" pitchFamily="18" charset="0"/>
              </a:rPr>
              <a:t>})</a:t>
            </a:r>
          </a:p>
          <a:p>
            <a:pPr>
              <a:buFont typeface="Wingdings" panose="05000000000000000000" pitchFamily="2" charset="2"/>
              <a:buChar char="§"/>
            </a:pPr>
            <a:endParaRPr lang="en-US"/>
          </a:p>
          <a:p>
            <a:r>
              <a:rPr lang="nn-NO" b="0">
                <a:effectLst/>
                <a:latin typeface="Consolas" panose="020B0609020204030204" pitchFamily="49" charset="0"/>
              </a:rPr>
              <a:t>Data.</a:t>
            </a:r>
            <a:r>
              <a:rPr lang="nn-NO" b="1">
                <a:effectLst/>
                <a:latin typeface="Consolas" panose="020B0609020204030204" pitchFamily="49" charset="0"/>
              </a:rPr>
              <a:t>to_csv</a:t>
            </a:r>
            <a:r>
              <a:rPr lang="nn-NO" b="0">
                <a:effectLst/>
                <a:latin typeface="Consolas" panose="020B0609020204030204" pitchFamily="49" charset="0"/>
              </a:rPr>
              <a:t>("Karnataka.csv")</a:t>
            </a:r>
          </a:p>
        </p:txBody>
      </p:sp>
    </p:spTree>
    <p:extLst>
      <p:ext uri="{BB962C8B-B14F-4D97-AF65-F5344CB8AC3E}">
        <p14:creationId xmlns:p14="http://schemas.microsoft.com/office/powerpoint/2010/main" val="2191260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C3145-FEBA-4E09-A49C-577E6679D21A}"/>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600">
                <a:solidFill>
                  <a:schemeClr val="tx1">
                    <a:lumMod val="85000"/>
                    <a:lumOff val="15000"/>
                  </a:schemeClr>
                </a:solidFill>
              </a:rPr>
              <a:t>Output:-</a:t>
            </a:r>
          </a:p>
        </p:txBody>
      </p:sp>
      <p:pic>
        <p:nvPicPr>
          <p:cNvPr id="7" name="Content Placeholder 6">
            <a:extLst>
              <a:ext uri="{FF2B5EF4-FFF2-40B4-BE49-F238E27FC236}">
                <a16:creationId xmlns:a16="http://schemas.microsoft.com/office/drawing/2014/main" id="{B3AB8CE5-1BD5-D5B5-54C6-01D01713DA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249564" y="457199"/>
            <a:ext cx="7673656" cy="5355907"/>
          </a:xfrm>
          <a:prstGeom prst="rect">
            <a:avLst/>
          </a:prstGeom>
        </p:spPr>
      </p:pic>
    </p:spTree>
    <p:extLst>
      <p:ext uri="{BB962C8B-B14F-4D97-AF65-F5344CB8AC3E}">
        <p14:creationId xmlns:p14="http://schemas.microsoft.com/office/powerpoint/2010/main" val="3931374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B7757-E2F8-4E0D-87B2-F84C46D836D0}"/>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Data manipulation:</a:t>
            </a:r>
            <a:endParaRPr lang="en-IN" sz="3600">
              <a:solidFill>
                <a:srgbClr val="FFFFFF"/>
              </a:solidFill>
            </a:endParaRPr>
          </a:p>
        </p:txBody>
      </p:sp>
      <p:sp>
        <p:nvSpPr>
          <p:cNvPr id="3" name="Content Placeholder 2">
            <a:extLst>
              <a:ext uri="{FF2B5EF4-FFF2-40B4-BE49-F238E27FC236}">
                <a16:creationId xmlns:a16="http://schemas.microsoft.com/office/drawing/2014/main" id="{2ABF5459-64D3-411B-99D5-994D2C35806F}"/>
              </a:ext>
            </a:extLst>
          </p:cNvPr>
          <p:cNvSpPr>
            <a:spLocks noGrp="1"/>
          </p:cNvSpPr>
          <p:nvPr>
            <p:ph idx="1"/>
          </p:nvPr>
        </p:nvSpPr>
        <p:spPr>
          <a:xfrm>
            <a:off x="492371" y="2653800"/>
            <a:ext cx="3084844" cy="3335519"/>
          </a:xfrm>
        </p:spPr>
        <p:txBody>
          <a:bodyPr>
            <a:normAutofit lnSpcReduction="10000"/>
          </a:bodyPr>
          <a:lstStyle/>
          <a:p>
            <a:r>
              <a:rPr lang="en-US" sz="1500">
                <a:solidFill>
                  <a:srgbClr val="FFFFFF"/>
                </a:solidFill>
              </a:rPr>
              <a:t>Data Manipulation is </a:t>
            </a:r>
            <a:r>
              <a:rPr lang="en-US" sz="1500">
                <a:solidFill>
                  <a:srgbClr val="FFFFFF"/>
                </a:solidFill>
                <a:effectLst/>
              </a:rPr>
              <a:t>the process of changing or adjusting data to make it more organized and easier to read.</a:t>
            </a:r>
          </a:p>
          <a:p>
            <a:r>
              <a:rPr lang="en-US" sz="1500">
                <a:solidFill>
                  <a:srgbClr val="FFFFFF"/>
                </a:solidFill>
                <a:effectLst/>
              </a:rPr>
              <a:t>First we need to load the data into Tableau.</a:t>
            </a:r>
          </a:p>
          <a:p>
            <a:r>
              <a:rPr lang="en-US" sz="1500">
                <a:solidFill>
                  <a:srgbClr val="FFFFFF"/>
                </a:solidFill>
                <a:effectLst/>
              </a:rPr>
              <a:t>After that we need to go to Table view and add a new column named city.</a:t>
            </a:r>
          </a:p>
          <a:p>
            <a:r>
              <a:rPr lang="en-US" sz="1500">
                <a:solidFill>
                  <a:srgbClr val="FFFFFF"/>
                </a:solidFill>
                <a:effectLst/>
              </a:rPr>
              <a:t>In that column we will give college name,fees for all rows.</a:t>
            </a:r>
            <a:endParaRPr lang="en-IN" sz="1500">
              <a:solidFill>
                <a:srgbClr val="FFFFFF"/>
              </a:solidFill>
            </a:endParaRPr>
          </a:p>
        </p:txBody>
      </p:sp>
      <p:pic>
        <p:nvPicPr>
          <p:cNvPr id="5" name="Picture 4">
            <a:extLst>
              <a:ext uri="{FF2B5EF4-FFF2-40B4-BE49-F238E27FC236}">
                <a16:creationId xmlns:a16="http://schemas.microsoft.com/office/drawing/2014/main" id="{8A20BBD7-34EC-2DD9-4308-5C626775BE96}"/>
              </a:ext>
            </a:extLst>
          </p:cNvPr>
          <p:cNvPicPr>
            <a:picLocks noChangeAspect="1"/>
          </p:cNvPicPr>
          <p:nvPr/>
        </p:nvPicPr>
        <p:blipFill>
          <a:blip r:embed="rId2"/>
          <a:stretch>
            <a:fillRect/>
          </a:stretch>
        </p:blipFill>
        <p:spPr>
          <a:xfrm>
            <a:off x="4202175" y="0"/>
            <a:ext cx="7852695" cy="6857999"/>
          </a:xfrm>
          <a:prstGeom prst="rect">
            <a:avLst/>
          </a:prstGeom>
        </p:spPr>
      </p:pic>
    </p:spTree>
    <p:extLst>
      <p:ext uri="{BB962C8B-B14F-4D97-AF65-F5344CB8AC3E}">
        <p14:creationId xmlns:p14="http://schemas.microsoft.com/office/powerpoint/2010/main" val="3573659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443D2-AEC3-4D5A-9045-3A23E0C935A0}"/>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Preprocessing</a:t>
            </a:r>
            <a:endParaRPr lang="en-IN" sz="3600">
              <a:solidFill>
                <a:srgbClr val="FFFFFF"/>
              </a:solidFill>
            </a:endParaRPr>
          </a:p>
        </p:txBody>
      </p:sp>
      <p:graphicFrame>
        <p:nvGraphicFramePr>
          <p:cNvPr id="5" name="Content Placeholder 2">
            <a:extLst>
              <a:ext uri="{FF2B5EF4-FFF2-40B4-BE49-F238E27FC236}">
                <a16:creationId xmlns:a16="http://schemas.microsoft.com/office/drawing/2014/main" id="{81972CD6-4EF8-78DB-2087-5DB68143BD54}"/>
              </a:ext>
            </a:extLst>
          </p:cNvPr>
          <p:cNvGraphicFramePr>
            <a:graphicFrameLocks noGrp="1"/>
          </p:cNvGraphicFramePr>
          <p:nvPr>
            <p:ph idx="1"/>
            <p:extLst>
              <p:ext uri="{D42A27DB-BD31-4B8C-83A1-F6EECF244321}">
                <p14:modId xmlns:p14="http://schemas.microsoft.com/office/powerpoint/2010/main" val="585219550"/>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1489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000375-200A-FDC6-1A40-2A14BBADA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4C356-34BD-80AA-182B-1A74F0879781}"/>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a:t>
            </a:r>
            <a:endParaRPr lang="en-IN" sz="3600">
              <a:solidFill>
                <a:srgbClr val="FFFFFF"/>
              </a:solidFill>
            </a:endParaRPr>
          </a:p>
        </p:txBody>
      </p:sp>
      <p:graphicFrame>
        <p:nvGraphicFramePr>
          <p:cNvPr id="14" name="Content Placeholder 2">
            <a:extLst>
              <a:ext uri="{FF2B5EF4-FFF2-40B4-BE49-F238E27FC236}">
                <a16:creationId xmlns:a16="http://schemas.microsoft.com/office/drawing/2014/main" id="{D4BA2B50-2B30-A4E7-39F3-53202FE45B74}"/>
              </a:ext>
            </a:extLst>
          </p:cNvPr>
          <p:cNvGraphicFramePr>
            <a:graphicFrameLocks noGrp="1"/>
          </p:cNvGraphicFramePr>
          <p:nvPr>
            <p:ph idx="1"/>
            <p:extLst>
              <p:ext uri="{D42A27DB-BD31-4B8C-83A1-F6EECF244321}">
                <p14:modId xmlns:p14="http://schemas.microsoft.com/office/powerpoint/2010/main" val="2925788446"/>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3769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DAC76-20D4-4CD6-897D-F1B9211806DD}"/>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a:t>
            </a:r>
            <a:endParaRPr lang="en-IN" sz="3600">
              <a:solidFill>
                <a:srgbClr val="FFFFFF"/>
              </a:solidFill>
            </a:endParaRPr>
          </a:p>
        </p:txBody>
      </p:sp>
      <p:graphicFrame>
        <p:nvGraphicFramePr>
          <p:cNvPr id="14" name="Content Placeholder 2">
            <a:extLst>
              <a:ext uri="{FF2B5EF4-FFF2-40B4-BE49-F238E27FC236}">
                <a16:creationId xmlns:a16="http://schemas.microsoft.com/office/drawing/2014/main" id="{307D2087-2972-86DA-42D0-156F0B6CECB0}"/>
              </a:ext>
            </a:extLst>
          </p:cNvPr>
          <p:cNvGraphicFramePr>
            <a:graphicFrameLocks noGrp="1"/>
          </p:cNvGraphicFramePr>
          <p:nvPr>
            <p:ph idx="1"/>
            <p:extLst>
              <p:ext uri="{D42A27DB-BD31-4B8C-83A1-F6EECF244321}">
                <p14:modId xmlns:p14="http://schemas.microsoft.com/office/powerpoint/2010/main" val="2636286551"/>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3369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0BB8F-6D0E-4926-9358-5FF213A678C0}"/>
              </a:ext>
            </a:extLst>
          </p:cNvPr>
          <p:cNvSpPr>
            <a:spLocks noGrp="1"/>
          </p:cNvSpPr>
          <p:nvPr>
            <p:ph type="title"/>
          </p:nvPr>
        </p:nvSpPr>
        <p:spPr>
          <a:xfrm flipH="1" flipV="1">
            <a:off x="12065000" y="1"/>
            <a:ext cx="127000" cy="165099"/>
          </a:xfrm>
        </p:spPr>
        <p:txBody>
          <a:bodyPr>
            <a:normAutofit fontScale="90000"/>
          </a:bodyPr>
          <a:lstStyle/>
          <a:p>
            <a:r>
              <a:rPr lang="en-US" sz="800" dirty="0"/>
              <a:t>.</a:t>
            </a:r>
            <a:endParaRPr lang="en-IN" sz="800" dirty="0"/>
          </a:p>
        </p:txBody>
      </p:sp>
      <p:pic>
        <p:nvPicPr>
          <p:cNvPr id="4" name="Picture 3">
            <a:extLst>
              <a:ext uri="{FF2B5EF4-FFF2-40B4-BE49-F238E27FC236}">
                <a16:creationId xmlns:a16="http://schemas.microsoft.com/office/drawing/2014/main" id="{905242E5-5B72-3380-855D-88CBFB67B3CE}"/>
              </a:ext>
            </a:extLst>
          </p:cNvPr>
          <p:cNvPicPr>
            <a:picLocks noChangeAspect="1"/>
          </p:cNvPicPr>
          <p:nvPr/>
        </p:nvPicPr>
        <p:blipFill>
          <a:blip r:embed="rId2"/>
          <a:stretch>
            <a:fillRect/>
          </a:stretch>
        </p:blipFill>
        <p:spPr>
          <a:xfrm>
            <a:off x="0" y="2780"/>
            <a:ext cx="12192000" cy="6855220"/>
          </a:xfrm>
          <a:prstGeom prst="rect">
            <a:avLst/>
          </a:prstGeom>
        </p:spPr>
      </p:pic>
    </p:spTree>
    <p:extLst>
      <p:ext uri="{BB962C8B-B14F-4D97-AF65-F5344CB8AC3E}">
        <p14:creationId xmlns:p14="http://schemas.microsoft.com/office/powerpoint/2010/main" val="4026927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7F4F2-3EE0-3559-D5D1-AFF954A8526A}"/>
              </a:ext>
            </a:extLst>
          </p:cNvPr>
          <p:cNvSpPr>
            <a:spLocks noGrp="1"/>
          </p:cNvSpPr>
          <p:nvPr>
            <p:ph type="title"/>
          </p:nvPr>
        </p:nvSpPr>
        <p:spPr>
          <a:xfrm>
            <a:off x="5220928" y="965200"/>
            <a:ext cx="5999002" cy="4927600"/>
          </a:xfrm>
        </p:spPr>
        <p:txBody>
          <a:bodyPr vert="horz" lIns="91440" tIns="45720" rIns="91440" bIns="45720" rtlCol="0" anchor="ctr">
            <a:normAutofit/>
          </a:bodyPr>
          <a:lstStyle/>
          <a:p>
            <a:r>
              <a:rPr lang="en-US" sz="8000">
                <a:solidFill>
                  <a:schemeClr val="tx2"/>
                </a:solidFill>
              </a:rPr>
              <a:t>THANK YOU</a:t>
            </a:r>
          </a:p>
        </p:txBody>
      </p:sp>
    </p:spTree>
    <p:extLst>
      <p:ext uri="{BB962C8B-B14F-4D97-AF65-F5344CB8AC3E}">
        <p14:creationId xmlns:p14="http://schemas.microsoft.com/office/powerpoint/2010/main" val="2650123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7102</TotalTime>
  <Words>1344</Words>
  <Application>Microsoft Office PowerPoint</Application>
  <PresentationFormat>Widescreen</PresentationFormat>
  <Paragraphs>123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Century Gothic</vt:lpstr>
      <vt:lpstr>Consolas</vt:lpstr>
      <vt:lpstr>Times New Roman</vt:lpstr>
      <vt:lpstr>Wingdings</vt:lpstr>
      <vt:lpstr>Wingdings 3</vt:lpstr>
      <vt:lpstr>Ion</vt:lpstr>
      <vt:lpstr>MAPPING THE EDUCATIONAL LANDSCAPE</vt:lpstr>
      <vt:lpstr>Project Objective:-</vt:lpstr>
      <vt:lpstr>Main Agenda</vt:lpstr>
      <vt:lpstr>Tools used:-</vt:lpstr>
      <vt:lpstr>INTRODUCTION:-</vt:lpstr>
      <vt:lpstr>Webscrapping:- </vt:lpstr>
      <vt:lpstr>.</vt:lpstr>
      <vt:lpstr>.</vt:lpstr>
      <vt:lpstr>.</vt:lpstr>
      <vt:lpstr>.</vt:lpstr>
      <vt:lpstr>.</vt:lpstr>
      <vt:lpstr>Output:-</vt:lpstr>
      <vt:lpstr>Data manipulation:</vt:lpstr>
      <vt:lpstr>Preprocessing</vt:lpstr>
      <vt:lpstr>.</vt:lpstr>
      <vt:lpstr>.</vt:lpstr>
      <vt:lpst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Hospitality Analysis on Indian Hotels</dc:title>
  <dc:creator>deepak royal</dc:creator>
  <cp:lastModifiedBy>saurabh shukla</cp:lastModifiedBy>
  <cp:revision>29</cp:revision>
  <dcterms:created xsi:type="dcterms:W3CDTF">2024-08-14T11:02:29Z</dcterms:created>
  <dcterms:modified xsi:type="dcterms:W3CDTF">2025-03-05T07:03:58Z</dcterms:modified>
</cp:coreProperties>
</file>